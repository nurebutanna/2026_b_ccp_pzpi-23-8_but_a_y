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56" r:id="rId2"/>
    <p:sldId id="257" r:id="rId3"/>
    <p:sldId id="270" r:id="rId4"/>
    <p:sldId id="258" r:id="rId5"/>
    <p:sldId id="271" r:id="rId6"/>
    <p:sldId id="259" r:id="rId7"/>
    <p:sldId id="276" r:id="rId8"/>
    <p:sldId id="260" r:id="rId9"/>
    <p:sldId id="261" r:id="rId10"/>
    <p:sldId id="262" r:id="rId11"/>
    <p:sldId id="264" r:id="rId12"/>
    <p:sldId id="275" r:id="rId13"/>
    <p:sldId id="274" r:id="rId14"/>
    <p:sldId id="265" r:id="rId15"/>
    <p:sldId id="272" r:id="rId16"/>
    <p:sldId id="273" r:id="rId17"/>
    <p:sldId id="267" r:id="rId18"/>
  </p:sldIdLst>
  <p:sldSz cx="9144000" cy="5143500" type="screen16x9"/>
  <p:notesSz cx="6858000" cy="9144000"/>
  <p:embeddedFontLst>
    <p:embeddedFont>
      <p:font typeface="Economica" panose="020B0604020202020204" charset="0"/>
      <p:regular r:id="rId20"/>
      <p:bold r:id="rId21"/>
      <p:italic r:id="rId22"/>
      <p:boldItalic r:id="rId23"/>
    </p:embeddedFont>
    <p:embeddedFont>
      <p:font typeface="Open Sans" panose="020B0606030504020204" pitchFamily="3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C91656-4663-4A68-BBC4-45306FF9A28B}" v="21" dt="2026-06-22T17:30:20.2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1042"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Анна Бут" userId="23ade47364ca7ea1" providerId="LiveId" clId="{77E68EA0-D435-45B5-9C7F-DE6DDA62179A}"/>
    <pc:docChg chg="undo custSel addSld delSld modSld addMainMaster delMainMaster modMainMaster">
      <pc:chgData name="Анна Бут" userId="23ade47364ca7ea1" providerId="LiveId" clId="{77E68EA0-D435-45B5-9C7F-DE6DDA62179A}" dt="2026-06-22T19:44:11.237" v="540" actId="478"/>
      <pc:docMkLst>
        <pc:docMk/>
      </pc:docMkLst>
      <pc:sldChg chg="modSp mod">
        <pc:chgData name="Анна Бут" userId="23ade47364ca7ea1" providerId="LiveId" clId="{77E68EA0-D435-45B5-9C7F-DE6DDA62179A}" dt="2026-06-22T16:35:23.287" v="334" actId="26606"/>
        <pc:sldMkLst>
          <pc:docMk/>
          <pc:sldMk cId="0" sldId="256"/>
        </pc:sldMkLst>
        <pc:spChg chg="mod">
          <ac:chgData name="Анна Бут" userId="23ade47364ca7ea1" providerId="LiveId" clId="{77E68EA0-D435-45B5-9C7F-DE6DDA62179A}" dt="2026-06-22T16:35:23.287" v="334" actId="26606"/>
          <ac:spMkLst>
            <pc:docMk/>
            <pc:sldMk cId="0" sldId="256"/>
            <ac:spMk id="62" creationId="{00000000-0000-0000-0000-000000000000}"/>
          </ac:spMkLst>
        </pc:spChg>
      </pc:sldChg>
      <pc:sldChg chg="modSp mod">
        <pc:chgData name="Анна Бут" userId="23ade47364ca7ea1" providerId="LiveId" clId="{77E68EA0-D435-45B5-9C7F-DE6DDA62179A}" dt="2026-06-22T16:40:37.828" v="401" actId="790"/>
        <pc:sldMkLst>
          <pc:docMk/>
          <pc:sldMk cId="0" sldId="257"/>
        </pc:sldMkLst>
        <pc:spChg chg="mod">
          <ac:chgData name="Анна Бут" userId="23ade47364ca7ea1" providerId="LiveId" clId="{77E68EA0-D435-45B5-9C7F-DE6DDA62179A}" dt="2026-06-22T16:40:37.828" v="401" actId="790"/>
          <ac:spMkLst>
            <pc:docMk/>
            <pc:sldMk cId="0" sldId="257"/>
            <ac:spMk id="2" creationId="{893E68CA-DEF7-D32D-BFB6-7B402335F4C7}"/>
          </ac:spMkLst>
        </pc:spChg>
        <pc:spChg chg="mod">
          <ac:chgData name="Анна Бут" userId="23ade47364ca7ea1" providerId="LiveId" clId="{77E68EA0-D435-45B5-9C7F-DE6DDA62179A}" dt="2026-06-22T16:40:37.828" v="401" actId="790"/>
          <ac:spMkLst>
            <pc:docMk/>
            <pc:sldMk cId="0" sldId="257"/>
            <ac:spMk id="71" creationId="{00000000-0000-0000-0000-000000000000}"/>
          </ac:spMkLst>
        </pc:spChg>
        <pc:spChg chg="mod">
          <ac:chgData name="Анна Бут" userId="23ade47364ca7ea1" providerId="LiveId" clId="{77E68EA0-D435-45B5-9C7F-DE6DDA62179A}" dt="2026-06-22T16:40:37.828" v="401" actId="790"/>
          <ac:spMkLst>
            <pc:docMk/>
            <pc:sldMk cId="0" sldId="257"/>
            <ac:spMk id="72" creationId="{00000000-0000-0000-0000-000000000000}"/>
          </ac:spMkLst>
        </pc:spChg>
      </pc:sldChg>
      <pc:sldChg chg="addSp delSp modSp mod">
        <pc:chgData name="Анна Бут" userId="23ade47364ca7ea1" providerId="LiveId" clId="{77E68EA0-D435-45B5-9C7F-DE6DDA62179A}" dt="2026-06-22T17:32:35.299" v="497" actId="207"/>
        <pc:sldMkLst>
          <pc:docMk/>
          <pc:sldMk cId="0" sldId="258"/>
        </pc:sldMkLst>
        <pc:spChg chg="mod">
          <ac:chgData name="Анна Бут" userId="23ade47364ca7ea1" providerId="LiveId" clId="{77E68EA0-D435-45B5-9C7F-DE6DDA62179A}" dt="2026-06-22T17:32:35.299" v="497" actId="207"/>
          <ac:spMkLst>
            <pc:docMk/>
            <pc:sldMk cId="0" sldId="258"/>
            <ac:spMk id="4" creationId="{455BAC9A-3D7F-3D9F-6238-F957384A1C32}"/>
          </ac:spMkLst>
        </pc:spChg>
        <pc:spChg chg="add del mod">
          <ac:chgData name="Анна Бут" userId="23ade47364ca7ea1" providerId="LiveId" clId="{77E68EA0-D435-45B5-9C7F-DE6DDA62179A}" dt="2026-06-22T16:53:18.053" v="460" actId="478"/>
          <ac:spMkLst>
            <pc:docMk/>
            <pc:sldMk cId="0" sldId="258"/>
            <ac:spMk id="6" creationId="{FBE19079-A6CC-2845-087B-41C1CE8D7783}"/>
          </ac:spMkLst>
        </pc:spChg>
        <pc:spChg chg="add del">
          <ac:chgData name="Анна Бут" userId="23ade47364ca7ea1" providerId="LiveId" clId="{77E68EA0-D435-45B5-9C7F-DE6DDA62179A}" dt="2026-06-22T16:52:45.412" v="455" actId="478"/>
          <ac:spMkLst>
            <pc:docMk/>
            <pc:sldMk cId="0" sldId="258"/>
            <ac:spMk id="50" creationId="{00000000-0000-0000-0000-000000000000}"/>
          </ac:spMkLst>
        </pc:spChg>
        <pc:spChg chg="add del">
          <ac:chgData name="Анна Бут" userId="23ade47364ca7ea1" providerId="LiveId" clId="{77E68EA0-D435-45B5-9C7F-DE6DDA62179A}" dt="2026-06-22T16:52:49.577" v="456" actId="478"/>
          <ac:spMkLst>
            <pc:docMk/>
            <pc:sldMk cId="0" sldId="258"/>
            <ac:spMk id="51" creationId="{00000000-0000-0000-0000-000000000000}"/>
          </ac:spMkLst>
        </pc:spChg>
        <pc:spChg chg="mod">
          <ac:chgData name="Анна Бут" userId="23ade47364ca7ea1" providerId="LiveId" clId="{77E68EA0-D435-45B5-9C7F-DE6DDA62179A}" dt="2026-06-22T17:32:25.912" v="495" actId="1076"/>
          <ac:spMkLst>
            <pc:docMk/>
            <pc:sldMk cId="0" sldId="258"/>
            <ac:spMk id="79" creationId="{00000000-0000-0000-0000-000000000000}"/>
          </ac:spMkLst>
        </pc:spChg>
      </pc:sldChg>
      <pc:sldChg chg="addSp delSp modSp mod">
        <pc:chgData name="Анна Бут" userId="23ade47364ca7ea1" providerId="LiveId" clId="{77E68EA0-D435-45B5-9C7F-DE6DDA62179A}" dt="2026-06-22T19:26:14.472" v="526" actId="790"/>
        <pc:sldMkLst>
          <pc:docMk/>
          <pc:sldMk cId="0" sldId="259"/>
        </pc:sldMkLst>
        <pc:spChg chg="mod">
          <ac:chgData name="Анна Бут" userId="23ade47364ca7ea1" providerId="LiveId" clId="{77E68EA0-D435-45B5-9C7F-DE6DDA62179A}" dt="2026-06-22T19:26:14.472" v="526" actId="790"/>
          <ac:spMkLst>
            <pc:docMk/>
            <pc:sldMk cId="0" sldId="259"/>
            <ac:spMk id="2" creationId="{723D9805-068E-FE7E-BC9A-0C410D68B73B}"/>
          </ac:spMkLst>
        </pc:spChg>
        <pc:spChg chg="add del mod">
          <ac:chgData name="Анна Бут" userId="23ade47364ca7ea1" providerId="LiveId" clId="{77E68EA0-D435-45B5-9C7F-DE6DDA62179A}" dt="2026-06-22T17:30:07.859" v="480" actId="478"/>
          <ac:spMkLst>
            <pc:docMk/>
            <pc:sldMk cId="0" sldId="259"/>
            <ac:spMk id="4" creationId="{AC260E26-10E5-D037-C563-769C344F9A27}"/>
          </ac:spMkLst>
        </pc:spChg>
        <pc:spChg chg="mod">
          <ac:chgData name="Анна Бут" userId="23ade47364ca7ea1" providerId="LiveId" clId="{77E68EA0-D435-45B5-9C7F-DE6DDA62179A}" dt="2026-06-22T19:26:14.472" v="526" actId="790"/>
          <ac:spMkLst>
            <pc:docMk/>
            <pc:sldMk cId="0" sldId="259"/>
            <ac:spMk id="6" creationId="{B29CD027-EA7A-1D71-6D1C-EB1EA7EA4401}"/>
          </ac:spMkLst>
        </pc:spChg>
        <pc:spChg chg="mod">
          <ac:chgData name="Анна Бут" userId="23ade47364ca7ea1" providerId="LiveId" clId="{77E68EA0-D435-45B5-9C7F-DE6DDA62179A}" dt="2026-06-22T19:26:14.472" v="526" actId="790"/>
          <ac:spMkLst>
            <pc:docMk/>
            <pc:sldMk cId="0" sldId="259"/>
            <ac:spMk id="8" creationId="{2E3E6ECF-D393-F113-84B2-30D72A81C24B}"/>
          </ac:spMkLst>
        </pc:spChg>
        <pc:spChg chg="add del">
          <ac:chgData name="Анна Бут" userId="23ade47364ca7ea1" providerId="LiveId" clId="{77E68EA0-D435-45B5-9C7F-DE6DDA62179A}" dt="2026-06-22T16:53:55.023" v="470" actId="478"/>
          <ac:spMkLst>
            <pc:docMk/>
            <pc:sldMk cId="0" sldId="259"/>
            <ac:spMk id="50" creationId="{00000000-0000-0000-0000-000000000000}"/>
          </ac:spMkLst>
        </pc:spChg>
        <pc:spChg chg="add del">
          <ac:chgData name="Анна Бут" userId="23ade47364ca7ea1" providerId="LiveId" clId="{77E68EA0-D435-45B5-9C7F-DE6DDA62179A}" dt="2026-06-22T17:30:16.220" v="483" actId="478"/>
          <ac:spMkLst>
            <pc:docMk/>
            <pc:sldMk cId="0" sldId="259"/>
            <ac:spMk id="51" creationId="{00000000-0000-0000-0000-000000000000}"/>
          </ac:spMkLst>
        </pc:spChg>
        <pc:spChg chg="mod">
          <ac:chgData name="Анна Бут" userId="23ade47364ca7ea1" providerId="LiveId" clId="{77E68EA0-D435-45B5-9C7F-DE6DDA62179A}" dt="2026-06-22T19:26:14.472" v="526" actId="790"/>
          <ac:spMkLst>
            <pc:docMk/>
            <pc:sldMk cId="0" sldId="259"/>
            <ac:spMk id="85" creationId="{00000000-0000-0000-0000-000000000000}"/>
          </ac:spMkLst>
        </pc:spChg>
        <pc:spChg chg="mod">
          <ac:chgData name="Анна Бут" userId="23ade47364ca7ea1" providerId="LiveId" clId="{77E68EA0-D435-45B5-9C7F-DE6DDA62179A}" dt="2026-06-22T19:26:14.472" v="526" actId="790"/>
          <ac:spMkLst>
            <pc:docMk/>
            <pc:sldMk cId="0" sldId="259"/>
            <ac:spMk id="86" creationId="{00000000-0000-0000-0000-000000000000}"/>
          </ac:spMkLst>
        </pc:spChg>
      </pc:sldChg>
      <pc:sldChg chg="addSp delSp modSp mod">
        <pc:chgData name="Анна Бут" userId="23ade47364ca7ea1" providerId="LiveId" clId="{77E68EA0-D435-45B5-9C7F-DE6DDA62179A}" dt="2026-06-22T19:40:15.782" v="533" actId="26606"/>
        <pc:sldMkLst>
          <pc:docMk/>
          <pc:sldMk cId="0" sldId="260"/>
        </pc:sldMkLst>
        <pc:spChg chg="mod">
          <ac:chgData name="Анна Бут" userId="23ade47364ca7ea1" providerId="LiveId" clId="{77E68EA0-D435-45B5-9C7F-DE6DDA62179A}" dt="2026-06-22T16:43:59.669" v="407" actId="790"/>
          <ac:spMkLst>
            <pc:docMk/>
            <pc:sldMk cId="0" sldId="260"/>
            <ac:spMk id="2" creationId="{A343E912-C721-1128-5F72-D9BB9BCF5CCA}"/>
          </ac:spMkLst>
        </pc:spChg>
        <pc:spChg chg="mod">
          <ac:chgData name="Анна Бут" userId="23ade47364ca7ea1" providerId="LiveId" clId="{77E68EA0-D435-45B5-9C7F-DE6DDA62179A}" dt="2026-06-22T19:40:15.782" v="533" actId="26606"/>
          <ac:spMkLst>
            <pc:docMk/>
            <pc:sldMk cId="0" sldId="260"/>
            <ac:spMk id="16" creationId="{84E55775-FE51-69B0-9567-5665473889A3}"/>
          </ac:spMkLst>
        </pc:spChg>
        <pc:spChg chg="mod">
          <ac:chgData name="Анна Бут" userId="23ade47364ca7ea1" providerId="LiveId" clId="{77E68EA0-D435-45B5-9C7F-DE6DDA62179A}" dt="2026-06-22T16:43:59.669" v="407" actId="790"/>
          <ac:spMkLst>
            <pc:docMk/>
            <pc:sldMk cId="0" sldId="260"/>
            <ac:spMk id="92" creationId="{00000000-0000-0000-0000-000000000000}"/>
          </ac:spMkLst>
        </pc:spChg>
        <pc:spChg chg="add del">
          <ac:chgData name="Анна Бут" userId="23ade47364ca7ea1" providerId="LiveId" clId="{77E68EA0-D435-45B5-9C7F-DE6DDA62179A}" dt="2026-06-22T19:40:15.782" v="533" actId="26606"/>
          <ac:spMkLst>
            <pc:docMk/>
            <pc:sldMk cId="0" sldId="260"/>
            <ac:spMk id="200" creationId="{00000000-0000-0000-0000-000000000000}"/>
          </ac:spMkLst>
        </pc:spChg>
      </pc:sldChg>
      <pc:sldChg chg="addSp delSp modSp mod">
        <pc:chgData name="Анна Бут" userId="23ade47364ca7ea1" providerId="LiveId" clId="{77E68EA0-D435-45B5-9C7F-DE6DDA62179A}" dt="2026-06-22T19:43:48.292" v="535" actId="22"/>
        <pc:sldMkLst>
          <pc:docMk/>
          <pc:sldMk cId="0" sldId="261"/>
        </pc:sldMkLst>
        <pc:spChg chg="mod">
          <ac:chgData name="Анна Бут" userId="23ade47364ca7ea1" providerId="LiveId" clId="{77E68EA0-D435-45B5-9C7F-DE6DDA62179A}" dt="2026-06-22T19:26:09.209" v="525" actId="790"/>
          <ac:spMkLst>
            <pc:docMk/>
            <pc:sldMk cId="0" sldId="261"/>
            <ac:spMk id="2" creationId="{12A55726-B906-08A2-C43F-1B00FCF5F354}"/>
          </ac:spMkLst>
        </pc:spChg>
        <pc:spChg chg="add del">
          <ac:chgData name="Анна Бут" userId="23ade47364ca7ea1" providerId="LiveId" clId="{77E68EA0-D435-45B5-9C7F-DE6DDA62179A}" dt="2026-06-22T19:43:48.292" v="535" actId="22"/>
          <ac:spMkLst>
            <pc:docMk/>
            <pc:sldMk cId="0" sldId="261"/>
            <ac:spMk id="4" creationId="{EF6A7DCF-417B-E36B-92EF-5E210AA402D9}"/>
          </ac:spMkLst>
        </pc:spChg>
        <pc:spChg chg="mod">
          <ac:chgData name="Анна Бут" userId="23ade47364ca7ea1" providerId="LiveId" clId="{77E68EA0-D435-45B5-9C7F-DE6DDA62179A}" dt="2026-06-22T19:26:09.209" v="525" actId="790"/>
          <ac:spMkLst>
            <pc:docMk/>
            <pc:sldMk cId="0" sldId="261"/>
            <ac:spMk id="9" creationId="{C2F9A60B-2E46-F7E3-AC77-3FB939DF88E0}"/>
          </ac:spMkLst>
        </pc:spChg>
        <pc:spChg chg="mod">
          <ac:chgData name="Анна Бут" userId="23ade47364ca7ea1" providerId="LiveId" clId="{77E68EA0-D435-45B5-9C7F-DE6DDA62179A}" dt="2026-06-22T19:26:09.209" v="525" actId="790"/>
          <ac:spMkLst>
            <pc:docMk/>
            <pc:sldMk cId="0" sldId="261"/>
            <ac:spMk id="11" creationId="{488ACF11-9460-9319-74BE-8BC4822234B5}"/>
          </ac:spMkLst>
        </pc:spChg>
        <pc:spChg chg="mod">
          <ac:chgData name="Анна Бут" userId="23ade47364ca7ea1" providerId="LiveId" clId="{77E68EA0-D435-45B5-9C7F-DE6DDA62179A}" dt="2026-06-22T19:26:09.209" v="525" actId="790"/>
          <ac:spMkLst>
            <pc:docMk/>
            <pc:sldMk cId="0" sldId="261"/>
            <ac:spMk id="13" creationId="{522CE494-C63E-AD4B-2EEE-E81A3EFE78B0}"/>
          </ac:spMkLst>
        </pc:spChg>
        <pc:spChg chg="mod">
          <ac:chgData name="Анна Бут" userId="23ade47364ca7ea1" providerId="LiveId" clId="{77E68EA0-D435-45B5-9C7F-DE6DDA62179A}" dt="2026-06-22T19:26:09.209" v="525" actId="790"/>
          <ac:spMkLst>
            <pc:docMk/>
            <pc:sldMk cId="0" sldId="261"/>
            <ac:spMk id="15" creationId="{2123195E-B334-C23A-CAC8-4270375D29EF}"/>
          </ac:spMkLst>
        </pc:spChg>
        <pc:spChg chg="mod">
          <ac:chgData name="Анна Бут" userId="23ade47364ca7ea1" providerId="LiveId" clId="{77E68EA0-D435-45B5-9C7F-DE6DDA62179A}" dt="2026-06-22T19:26:09.209" v="525" actId="790"/>
          <ac:spMkLst>
            <pc:docMk/>
            <pc:sldMk cId="0" sldId="261"/>
            <ac:spMk id="99" creationId="{00000000-0000-0000-0000-000000000000}"/>
          </ac:spMkLst>
        </pc:spChg>
        <pc:picChg chg="mod">
          <ac:chgData name="Анна Бут" userId="23ade47364ca7ea1" providerId="LiveId" clId="{77E68EA0-D435-45B5-9C7F-DE6DDA62179A}" dt="2026-06-22T16:39:43.863" v="398" actId="1076"/>
          <ac:picMkLst>
            <pc:docMk/>
            <pc:sldMk cId="0" sldId="261"/>
            <ac:picMk id="7" creationId="{89397B62-2720-68A7-166D-5521C486F07F}"/>
          </ac:picMkLst>
        </pc:picChg>
      </pc:sldChg>
      <pc:sldChg chg="addSp delSp modSp mod">
        <pc:chgData name="Анна Бут" userId="23ade47364ca7ea1" providerId="LiveId" clId="{77E68EA0-D435-45B5-9C7F-DE6DDA62179A}" dt="2026-06-22T19:44:11.237" v="540" actId="478"/>
        <pc:sldMkLst>
          <pc:docMk/>
          <pc:sldMk cId="0" sldId="262"/>
        </pc:sldMkLst>
        <pc:spChg chg="mod">
          <ac:chgData name="Анна Бут" userId="23ade47364ca7ea1" providerId="LiveId" clId="{77E68EA0-D435-45B5-9C7F-DE6DDA62179A}" dt="2026-06-22T19:26:33.756" v="529" actId="790"/>
          <ac:spMkLst>
            <pc:docMk/>
            <pc:sldMk cId="0" sldId="262"/>
            <ac:spMk id="2" creationId="{1226AFC1-F793-030A-440F-FC50C3AEF715}"/>
          </ac:spMkLst>
        </pc:spChg>
        <pc:spChg chg="add del mod">
          <ac:chgData name="Анна Бут" userId="23ade47364ca7ea1" providerId="LiveId" clId="{77E68EA0-D435-45B5-9C7F-DE6DDA62179A}" dt="2026-06-22T19:44:11.237" v="540" actId="478"/>
          <ac:spMkLst>
            <pc:docMk/>
            <pc:sldMk cId="0" sldId="262"/>
            <ac:spMk id="9" creationId="{322F43E1-06C8-62E9-4693-BED7D6B24A04}"/>
          </ac:spMkLst>
        </pc:spChg>
        <pc:spChg chg="mod">
          <ac:chgData name="Анна Бут" userId="23ade47364ca7ea1" providerId="LiveId" clId="{77E68EA0-D435-45B5-9C7F-DE6DDA62179A}" dt="2026-06-22T19:44:01.120" v="538" actId="1076"/>
          <ac:spMkLst>
            <pc:docMk/>
            <pc:sldMk cId="0" sldId="262"/>
            <ac:spMk id="106" creationId="{00000000-0000-0000-0000-000000000000}"/>
          </ac:spMkLst>
        </pc:spChg>
        <pc:spChg chg="mod">
          <ac:chgData name="Анна Бут" userId="23ade47364ca7ea1" providerId="LiveId" clId="{77E68EA0-D435-45B5-9C7F-DE6DDA62179A}" dt="2026-06-22T19:26:33.756" v="529" actId="790"/>
          <ac:spMkLst>
            <pc:docMk/>
            <pc:sldMk cId="0" sldId="262"/>
            <ac:spMk id="107" creationId="{00000000-0000-0000-0000-000000000000}"/>
          </ac:spMkLst>
        </pc:spChg>
      </pc:sldChg>
      <pc:sldChg chg="del">
        <pc:chgData name="Анна Бут" userId="23ade47364ca7ea1" providerId="LiveId" clId="{77E68EA0-D435-45B5-9C7F-DE6DDA62179A}" dt="2026-06-22T09:33:31.916" v="0" actId="47"/>
        <pc:sldMkLst>
          <pc:docMk/>
          <pc:sldMk cId="0" sldId="263"/>
        </pc:sldMkLst>
      </pc:sldChg>
      <pc:sldChg chg="addSp delSp modSp mod">
        <pc:chgData name="Анна Бут" userId="23ade47364ca7ea1" providerId="LiveId" clId="{77E68EA0-D435-45B5-9C7F-DE6DDA62179A}" dt="2026-06-22T19:26:38.630" v="530" actId="790"/>
        <pc:sldMkLst>
          <pc:docMk/>
          <pc:sldMk cId="0" sldId="264"/>
        </pc:sldMkLst>
        <pc:spChg chg="mod">
          <ac:chgData name="Анна Бут" userId="23ade47364ca7ea1" providerId="LiveId" clId="{77E68EA0-D435-45B5-9C7F-DE6DDA62179A}" dt="2026-06-22T19:26:38.630" v="530" actId="790"/>
          <ac:spMkLst>
            <pc:docMk/>
            <pc:sldMk cId="0" sldId="264"/>
            <ac:spMk id="2" creationId="{68800C66-AABB-EFA8-12F4-0C56A1243712}"/>
          </ac:spMkLst>
        </pc:spChg>
        <pc:spChg chg="add del mod">
          <ac:chgData name="Анна Бут" userId="23ade47364ca7ea1" providerId="LiveId" clId="{77E68EA0-D435-45B5-9C7F-DE6DDA62179A}" dt="2026-06-22T14:53:52.774" v="114" actId="478"/>
          <ac:spMkLst>
            <pc:docMk/>
            <pc:sldMk cId="0" sldId="264"/>
            <ac:spMk id="4" creationId="{3C252CFC-43A7-4051-F5F1-6C6A2DA4BD1A}"/>
          </ac:spMkLst>
        </pc:spChg>
        <pc:spChg chg="add mod">
          <ac:chgData name="Анна Бут" userId="23ade47364ca7ea1" providerId="LiveId" clId="{77E68EA0-D435-45B5-9C7F-DE6DDA62179A}" dt="2026-06-22T19:26:38.630" v="530" actId="790"/>
          <ac:spMkLst>
            <pc:docMk/>
            <pc:sldMk cId="0" sldId="264"/>
            <ac:spMk id="8" creationId="{754F7028-7B7C-E2EB-7C49-597F602F4514}"/>
          </ac:spMkLst>
        </pc:spChg>
        <pc:spChg chg="mod">
          <ac:chgData name="Анна Бут" userId="23ade47364ca7ea1" providerId="LiveId" clId="{77E68EA0-D435-45B5-9C7F-DE6DDA62179A}" dt="2026-06-22T19:26:38.630" v="530" actId="790"/>
          <ac:spMkLst>
            <pc:docMk/>
            <pc:sldMk cId="0" sldId="264"/>
            <ac:spMk id="120" creationId="{00000000-0000-0000-0000-000000000000}"/>
          </ac:spMkLst>
        </pc:spChg>
        <pc:spChg chg="del">
          <ac:chgData name="Анна Бут" userId="23ade47364ca7ea1" providerId="LiveId" clId="{77E68EA0-D435-45B5-9C7F-DE6DDA62179A}" dt="2026-06-22T14:53:51.566" v="113" actId="478"/>
          <ac:spMkLst>
            <pc:docMk/>
            <pc:sldMk cId="0" sldId="264"/>
            <ac:spMk id="121" creationId="{00000000-0000-0000-0000-000000000000}"/>
          </ac:spMkLst>
        </pc:spChg>
        <pc:spChg chg="del">
          <ac:chgData name="Анна Бут" userId="23ade47364ca7ea1" providerId="LiveId" clId="{77E68EA0-D435-45B5-9C7F-DE6DDA62179A}" dt="2026-06-22T14:53:53.594" v="115" actId="478"/>
          <ac:spMkLst>
            <pc:docMk/>
            <pc:sldMk cId="0" sldId="264"/>
            <ac:spMk id="200" creationId="{00000000-0000-0000-0000-000000000000}"/>
          </ac:spMkLst>
        </pc:spChg>
        <pc:spChg chg="del">
          <ac:chgData name="Анна Бут" userId="23ade47364ca7ea1" providerId="LiveId" clId="{77E68EA0-D435-45B5-9C7F-DE6DDA62179A}" dt="2026-06-22T14:53:54.084" v="116" actId="478"/>
          <ac:spMkLst>
            <pc:docMk/>
            <pc:sldMk cId="0" sldId="264"/>
            <ac:spMk id="201" creationId="{00000000-0000-0000-0000-000000000000}"/>
          </ac:spMkLst>
        </pc:spChg>
        <pc:spChg chg="del">
          <ac:chgData name="Анна Бут" userId="23ade47364ca7ea1" providerId="LiveId" clId="{77E68EA0-D435-45B5-9C7F-DE6DDA62179A}" dt="2026-06-22T14:53:54.681" v="117" actId="478"/>
          <ac:spMkLst>
            <pc:docMk/>
            <pc:sldMk cId="0" sldId="264"/>
            <ac:spMk id="202" creationId="{00000000-0000-0000-0000-000000000000}"/>
          </ac:spMkLst>
        </pc:spChg>
        <pc:spChg chg="del">
          <ac:chgData name="Анна Бут" userId="23ade47364ca7ea1" providerId="LiveId" clId="{77E68EA0-D435-45B5-9C7F-DE6DDA62179A}" dt="2026-06-22T14:53:55.687" v="118" actId="478"/>
          <ac:spMkLst>
            <pc:docMk/>
            <pc:sldMk cId="0" sldId="264"/>
            <ac:spMk id="203" creationId="{00000000-0000-0000-0000-000000000000}"/>
          </ac:spMkLst>
        </pc:spChg>
        <pc:picChg chg="add mod">
          <ac:chgData name="Анна Бут" userId="23ade47364ca7ea1" providerId="LiveId" clId="{77E68EA0-D435-45B5-9C7F-DE6DDA62179A}" dt="2026-06-22T16:37:53.831" v="340" actId="1440"/>
          <ac:picMkLst>
            <pc:docMk/>
            <pc:sldMk cId="0" sldId="264"/>
            <ac:picMk id="6" creationId="{2F00D9C2-B1FA-D17C-04B6-B74F27AF7C9B}"/>
          </ac:picMkLst>
        </pc:picChg>
      </pc:sldChg>
      <pc:sldChg chg="addSp delSp modSp mod">
        <pc:chgData name="Анна Бут" userId="23ade47364ca7ea1" providerId="LiveId" clId="{77E68EA0-D435-45B5-9C7F-DE6DDA62179A}" dt="2026-06-22T14:53:46.195" v="112" actId="1076"/>
        <pc:sldMkLst>
          <pc:docMk/>
          <pc:sldMk cId="0" sldId="265"/>
        </pc:sldMkLst>
        <pc:spChg chg="add del mod">
          <ac:chgData name="Анна Бут" userId="23ade47364ca7ea1" providerId="LiveId" clId="{77E68EA0-D435-45B5-9C7F-DE6DDA62179A}" dt="2026-06-22T12:29:09.121" v="6" actId="478"/>
          <ac:spMkLst>
            <pc:docMk/>
            <pc:sldMk cId="0" sldId="265"/>
            <ac:spMk id="4" creationId="{A36FF968-7647-1183-CA09-18856AB1566E}"/>
          </ac:spMkLst>
        </pc:spChg>
        <pc:spChg chg="del">
          <ac:chgData name="Анна Бут" userId="23ade47364ca7ea1" providerId="LiveId" clId="{77E68EA0-D435-45B5-9C7F-DE6DDA62179A}" dt="2026-06-22T12:29:00.416" v="1" actId="478"/>
          <ac:spMkLst>
            <pc:docMk/>
            <pc:sldMk cId="0" sldId="265"/>
            <ac:spMk id="128" creationId="{00000000-0000-0000-0000-000000000000}"/>
          </ac:spMkLst>
        </pc:spChg>
        <pc:picChg chg="add del mod">
          <ac:chgData name="Анна Бут" userId="23ade47364ca7ea1" providerId="LiveId" clId="{77E68EA0-D435-45B5-9C7F-DE6DDA62179A}" dt="2026-06-22T13:48:19.230" v="30" actId="478"/>
          <ac:picMkLst>
            <pc:docMk/>
            <pc:sldMk cId="0" sldId="265"/>
            <ac:picMk id="6" creationId="{B4030EBE-B80C-B22C-3B63-48BC5F28FE32}"/>
          </ac:picMkLst>
        </pc:picChg>
        <pc:picChg chg="add mod">
          <ac:chgData name="Анна Бут" userId="23ade47364ca7ea1" providerId="LiveId" clId="{77E68EA0-D435-45B5-9C7F-DE6DDA62179A}" dt="2026-06-22T14:53:46.195" v="112" actId="1076"/>
          <ac:picMkLst>
            <pc:docMk/>
            <pc:sldMk cId="0" sldId="265"/>
            <ac:picMk id="8" creationId="{B36CA956-5F45-3E7B-90E8-69D51C0FD1DE}"/>
          </ac:picMkLst>
        </pc:picChg>
        <pc:picChg chg="add mod">
          <ac:chgData name="Анна Бут" userId="23ade47364ca7ea1" providerId="LiveId" clId="{77E68EA0-D435-45B5-9C7F-DE6DDA62179A}" dt="2026-06-22T14:14:23.512" v="59" actId="14100"/>
          <ac:picMkLst>
            <pc:docMk/>
            <pc:sldMk cId="0" sldId="265"/>
            <ac:picMk id="10" creationId="{6979A464-2811-0FD5-2829-48F85AF7C1FA}"/>
          </ac:picMkLst>
        </pc:picChg>
      </pc:sldChg>
      <pc:sldChg chg="addSp delSp modSp mod">
        <pc:chgData name="Анна Бут" userId="23ade47364ca7ea1" providerId="LiveId" clId="{77E68EA0-D435-45B5-9C7F-DE6DDA62179A}" dt="2026-06-22T17:59:46.511" v="523" actId="26606"/>
        <pc:sldMkLst>
          <pc:docMk/>
          <pc:sldMk cId="0" sldId="267"/>
        </pc:sldMkLst>
        <pc:spChg chg="add del mod">
          <ac:chgData name="Анна Бут" userId="23ade47364ca7ea1" providerId="LiveId" clId="{77E68EA0-D435-45B5-9C7F-DE6DDA62179A}" dt="2026-06-22T16:21:25.343" v="317" actId="478"/>
          <ac:spMkLst>
            <pc:docMk/>
            <pc:sldMk cId="0" sldId="267"/>
            <ac:spMk id="4" creationId="{539430E6-55CC-5E66-E58F-B92C6647BD3C}"/>
          </ac:spMkLst>
        </pc:spChg>
        <pc:spChg chg="mod">
          <ac:chgData name="Анна Бут" userId="23ade47364ca7ea1" providerId="LiveId" clId="{77E68EA0-D435-45B5-9C7F-DE6DDA62179A}" dt="2026-06-22T17:59:46.511" v="523" actId="26606"/>
          <ac:spMkLst>
            <pc:docMk/>
            <pc:sldMk cId="0" sldId="267"/>
            <ac:spMk id="142" creationId="{00000000-0000-0000-0000-000000000000}"/>
          </ac:spMkLst>
        </pc:spChg>
        <pc:spChg chg="add del">
          <ac:chgData name="Анна Бут" userId="23ade47364ca7ea1" providerId="LiveId" clId="{77E68EA0-D435-45B5-9C7F-DE6DDA62179A}" dt="2026-06-22T17:53:32.161" v="522" actId="26606"/>
          <ac:spMkLst>
            <pc:docMk/>
            <pc:sldMk cId="0" sldId="267"/>
            <ac:spMk id="200" creationId="{00000000-0000-0000-0000-000000000000}"/>
          </ac:spMkLst>
        </pc:spChg>
        <pc:spChg chg="del">
          <ac:chgData name="Анна Бут" userId="23ade47364ca7ea1" providerId="LiveId" clId="{77E68EA0-D435-45B5-9C7F-DE6DDA62179A}" dt="2026-06-22T16:20:19.068" v="297" actId="478"/>
          <ac:spMkLst>
            <pc:docMk/>
            <pc:sldMk cId="0" sldId="267"/>
            <ac:spMk id="201" creationId="{00000000-0000-0000-0000-000000000000}"/>
          </ac:spMkLst>
        </pc:spChg>
        <pc:spChg chg="del mod">
          <ac:chgData name="Анна Бут" userId="23ade47364ca7ea1" providerId="LiveId" clId="{77E68EA0-D435-45B5-9C7F-DE6DDA62179A}" dt="2026-06-22T16:20:20.601" v="299" actId="478"/>
          <ac:spMkLst>
            <pc:docMk/>
            <pc:sldMk cId="0" sldId="267"/>
            <ac:spMk id="202" creationId="{00000000-0000-0000-0000-000000000000}"/>
          </ac:spMkLst>
        </pc:spChg>
      </pc:sldChg>
      <pc:sldChg chg="addSp delSp modSp mod">
        <pc:chgData name="Анна Бут" userId="23ade47364ca7ea1" providerId="LiveId" clId="{77E68EA0-D435-45B5-9C7F-DE6DDA62179A}" dt="2026-06-22T19:26:24.494" v="528" actId="790"/>
        <pc:sldMkLst>
          <pc:docMk/>
          <pc:sldMk cId="2816964938" sldId="270"/>
        </pc:sldMkLst>
        <pc:spChg chg="mod">
          <ac:chgData name="Анна Бут" userId="23ade47364ca7ea1" providerId="LiveId" clId="{77E68EA0-D435-45B5-9C7F-DE6DDA62179A}" dt="2026-06-22T19:26:24.494" v="528" actId="790"/>
          <ac:spMkLst>
            <pc:docMk/>
            <pc:sldMk cId="2816964938" sldId="270"/>
            <ac:spMk id="2" creationId="{5F514DAB-5B40-3296-886D-DC0478537B4F}"/>
          </ac:spMkLst>
        </pc:spChg>
        <pc:spChg chg="mod">
          <ac:chgData name="Анна Бут" userId="23ade47364ca7ea1" providerId="LiveId" clId="{77E68EA0-D435-45B5-9C7F-DE6DDA62179A}" dt="2026-06-22T19:26:24.494" v="528" actId="790"/>
          <ac:spMkLst>
            <pc:docMk/>
            <pc:sldMk cId="2816964938" sldId="270"/>
            <ac:spMk id="8" creationId="{FAB41BA5-3FE3-2606-98AA-7DB29B74B100}"/>
          </ac:spMkLst>
        </pc:spChg>
        <pc:spChg chg="add del mod">
          <ac:chgData name="Анна Бут" userId="23ade47364ca7ea1" providerId="LiveId" clId="{77E68EA0-D435-45B5-9C7F-DE6DDA62179A}" dt="2026-06-22T16:50:56.209" v="429" actId="478"/>
          <ac:spMkLst>
            <pc:docMk/>
            <pc:sldMk cId="2816964938" sldId="270"/>
            <ac:spMk id="50" creationId="{00000000-0000-0000-0000-000000000000}"/>
          </ac:spMkLst>
        </pc:spChg>
        <pc:spChg chg="add del">
          <ac:chgData name="Анна Бут" userId="23ade47364ca7ea1" providerId="LiveId" clId="{77E68EA0-D435-45B5-9C7F-DE6DDA62179A}" dt="2026-06-22T16:51:40.504" v="443" actId="478"/>
          <ac:spMkLst>
            <pc:docMk/>
            <pc:sldMk cId="2816964938" sldId="270"/>
            <ac:spMk id="51" creationId="{00000000-0000-0000-0000-000000000000}"/>
          </ac:spMkLst>
        </pc:spChg>
        <pc:spChg chg="mod">
          <ac:chgData name="Анна Бут" userId="23ade47364ca7ea1" providerId="LiveId" clId="{77E68EA0-D435-45B5-9C7F-DE6DDA62179A}" dt="2026-06-22T19:26:24.494" v="528" actId="790"/>
          <ac:spMkLst>
            <pc:docMk/>
            <pc:sldMk cId="2816964938" sldId="270"/>
            <ac:spMk id="78" creationId="{17FD20D3-B419-C50E-EAB9-7020466F5551}"/>
          </ac:spMkLst>
        </pc:spChg>
        <pc:spChg chg="mod">
          <ac:chgData name="Анна Бут" userId="23ade47364ca7ea1" providerId="LiveId" clId="{77E68EA0-D435-45B5-9C7F-DE6DDA62179A}" dt="2026-06-22T19:26:24.494" v="528" actId="790"/>
          <ac:spMkLst>
            <pc:docMk/>
            <pc:sldMk cId="2816964938" sldId="270"/>
            <ac:spMk id="79" creationId="{E14D0B97-2D8D-641A-84F5-5F98AAC763D5}"/>
          </ac:spMkLst>
        </pc:spChg>
      </pc:sldChg>
      <pc:sldChg chg="addSp delSp modSp mod">
        <pc:chgData name="Анна Бут" userId="23ade47364ca7ea1" providerId="LiveId" clId="{77E68EA0-D435-45B5-9C7F-DE6DDA62179A}" dt="2026-06-22T19:26:19.655" v="527" actId="790"/>
        <pc:sldMkLst>
          <pc:docMk/>
          <pc:sldMk cId="2800797780" sldId="271"/>
        </pc:sldMkLst>
        <pc:spChg chg="mod">
          <ac:chgData name="Анна Бут" userId="23ade47364ca7ea1" providerId="LiveId" clId="{77E68EA0-D435-45B5-9C7F-DE6DDA62179A}" dt="2026-06-22T19:26:19.655" v="527" actId="790"/>
          <ac:spMkLst>
            <pc:docMk/>
            <pc:sldMk cId="2800797780" sldId="271"/>
            <ac:spMk id="2" creationId="{32F99319-B4AE-5F55-6851-AB1093165B0B}"/>
          </ac:spMkLst>
        </pc:spChg>
        <pc:spChg chg="mod">
          <ac:chgData name="Анна Бут" userId="23ade47364ca7ea1" providerId="LiveId" clId="{77E68EA0-D435-45B5-9C7F-DE6DDA62179A}" dt="2026-06-22T19:26:19.655" v="527" actId="790"/>
          <ac:spMkLst>
            <pc:docMk/>
            <pc:sldMk cId="2800797780" sldId="271"/>
            <ac:spMk id="7" creationId="{8F5E3187-6717-BE03-561F-666DF1650FB3}"/>
          </ac:spMkLst>
        </pc:spChg>
        <pc:spChg chg="add del">
          <ac:chgData name="Анна Бут" userId="23ade47364ca7ea1" providerId="LiveId" clId="{77E68EA0-D435-45B5-9C7F-DE6DDA62179A}" dt="2026-06-22T16:53:43.339" v="467" actId="478"/>
          <ac:spMkLst>
            <pc:docMk/>
            <pc:sldMk cId="2800797780" sldId="271"/>
            <ac:spMk id="50" creationId="{00000000-0000-0000-0000-000000000000}"/>
          </ac:spMkLst>
        </pc:spChg>
        <pc:spChg chg="add del">
          <ac:chgData name="Анна Бут" userId="23ade47364ca7ea1" providerId="LiveId" clId="{77E68EA0-D435-45B5-9C7F-DE6DDA62179A}" dt="2026-06-22T16:54:09.530" v="472" actId="478"/>
          <ac:spMkLst>
            <pc:docMk/>
            <pc:sldMk cId="2800797780" sldId="271"/>
            <ac:spMk id="51" creationId="{00000000-0000-0000-0000-000000000000}"/>
          </ac:spMkLst>
        </pc:spChg>
        <pc:spChg chg="mod">
          <ac:chgData name="Анна Бут" userId="23ade47364ca7ea1" providerId="LiveId" clId="{77E68EA0-D435-45B5-9C7F-DE6DDA62179A}" dt="2026-06-22T19:26:19.655" v="527" actId="790"/>
          <ac:spMkLst>
            <pc:docMk/>
            <pc:sldMk cId="2800797780" sldId="271"/>
            <ac:spMk id="78" creationId="{63C8A7B2-1572-9A1D-C921-89C36C217BCA}"/>
          </ac:spMkLst>
        </pc:spChg>
        <pc:spChg chg="mod">
          <ac:chgData name="Анна Бут" userId="23ade47364ca7ea1" providerId="LiveId" clId="{77E68EA0-D435-45B5-9C7F-DE6DDA62179A}" dt="2026-06-22T19:26:19.655" v="527" actId="790"/>
          <ac:spMkLst>
            <pc:docMk/>
            <pc:sldMk cId="2800797780" sldId="271"/>
            <ac:spMk id="79" creationId="{6120C9D0-70B7-3A70-B086-2128A52C110F}"/>
          </ac:spMkLst>
        </pc:spChg>
      </pc:sldChg>
      <pc:sldChg chg="addSp delSp modSp mod">
        <pc:chgData name="Анна Бут" userId="23ade47364ca7ea1" providerId="LiveId" clId="{77E68EA0-D435-45B5-9C7F-DE6DDA62179A}" dt="2026-06-22T14:53:41.547" v="111" actId="1076"/>
        <pc:sldMkLst>
          <pc:docMk/>
          <pc:sldMk cId="1892508075" sldId="272"/>
        </pc:sldMkLst>
        <pc:spChg chg="del mod">
          <ac:chgData name="Анна Бут" userId="23ade47364ca7ea1" providerId="LiveId" clId="{77E68EA0-D435-45B5-9C7F-DE6DDA62179A}" dt="2026-06-22T13:46:08.172" v="22" actId="478"/>
          <ac:spMkLst>
            <pc:docMk/>
            <pc:sldMk cId="1892508075" sldId="272"/>
            <ac:spMk id="128" creationId="{30491731-953B-445C-0C68-567B74E03EE6}"/>
          </ac:spMkLst>
        </pc:spChg>
        <pc:picChg chg="add del mod">
          <ac:chgData name="Анна Бут" userId="23ade47364ca7ea1" providerId="LiveId" clId="{77E68EA0-D435-45B5-9C7F-DE6DDA62179A}" dt="2026-06-22T14:16:03.595" v="61" actId="478"/>
          <ac:picMkLst>
            <pc:docMk/>
            <pc:sldMk cId="1892508075" sldId="272"/>
            <ac:picMk id="4" creationId="{5C4BE3A1-EE00-2A89-8E41-199D3360A262}"/>
          </ac:picMkLst>
        </pc:picChg>
        <pc:picChg chg="add mod ord">
          <ac:chgData name="Анна Бут" userId="23ade47364ca7ea1" providerId="LiveId" clId="{77E68EA0-D435-45B5-9C7F-DE6DDA62179A}" dt="2026-06-22T14:53:32.958" v="108" actId="14100"/>
          <ac:picMkLst>
            <pc:docMk/>
            <pc:sldMk cId="1892508075" sldId="272"/>
            <ac:picMk id="6" creationId="{F8654609-DF62-1EBF-020A-9D64B19BCFBF}"/>
          </ac:picMkLst>
        </pc:picChg>
        <pc:picChg chg="add mod">
          <ac:chgData name="Анна Бут" userId="23ade47364ca7ea1" providerId="LiveId" clId="{77E68EA0-D435-45B5-9C7F-DE6DDA62179A}" dt="2026-06-22T14:53:41.547" v="111" actId="1076"/>
          <ac:picMkLst>
            <pc:docMk/>
            <pc:sldMk cId="1892508075" sldId="272"/>
            <ac:picMk id="8" creationId="{1F327814-F495-1150-30DC-DA80FF7CC672}"/>
          </ac:picMkLst>
        </pc:picChg>
      </pc:sldChg>
      <pc:sldChg chg="addSp delSp modSp mod">
        <pc:chgData name="Анна Бут" userId="23ade47364ca7ea1" providerId="LiveId" clId="{77E68EA0-D435-45B5-9C7F-DE6DDA62179A}" dt="2026-06-22T14:53:27.741" v="106" actId="1076"/>
        <pc:sldMkLst>
          <pc:docMk/>
          <pc:sldMk cId="636656066" sldId="273"/>
        </pc:sldMkLst>
        <pc:spChg chg="add del mod">
          <ac:chgData name="Анна Бут" userId="23ade47364ca7ea1" providerId="LiveId" clId="{77E68EA0-D435-45B5-9C7F-DE6DDA62179A}" dt="2026-06-22T13:46:52.392" v="29" actId="478"/>
          <ac:spMkLst>
            <pc:docMk/>
            <pc:sldMk cId="636656066" sldId="273"/>
            <ac:spMk id="4" creationId="{E9755856-1454-56F6-FB21-21D5D05F13AB}"/>
          </ac:spMkLst>
        </pc:spChg>
        <pc:spChg chg="del">
          <ac:chgData name="Анна Бут" userId="23ade47364ca7ea1" providerId="LiveId" clId="{77E68EA0-D435-45B5-9C7F-DE6DDA62179A}" dt="2026-06-22T13:46:46.867" v="28" actId="478"/>
          <ac:spMkLst>
            <pc:docMk/>
            <pc:sldMk cId="636656066" sldId="273"/>
            <ac:spMk id="128" creationId="{40666CB1-A04E-2634-2B64-E0E20E955A3A}"/>
          </ac:spMkLst>
        </pc:spChg>
        <pc:picChg chg="add mod">
          <ac:chgData name="Анна Бут" userId="23ade47364ca7ea1" providerId="LiveId" clId="{77E68EA0-D435-45B5-9C7F-DE6DDA62179A}" dt="2026-06-22T14:53:26.816" v="105" actId="1076"/>
          <ac:picMkLst>
            <pc:docMk/>
            <pc:sldMk cId="636656066" sldId="273"/>
            <ac:picMk id="6" creationId="{283E0131-B395-E07A-92FA-A05D4B4382FF}"/>
          </ac:picMkLst>
        </pc:picChg>
        <pc:picChg chg="add mod">
          <ac:chgData name="Анна Бут" userId="23ade47364ca7ea1" providerId="LiveId" clId="{77E68EA0-D435-45B5-9C7F-DE6DDA62179A}" dt="2026-06-22T14:53:24.487" v="103" actId="1076"/>
          <ac:picMkLst>
            <pc:docMk/>
            <pc:sldMk cId="636656066" sldId="273"/>
            <ac:picMk id="8" creationId="{85FFDD03-F2F2-642D-FD21-04BEF38AA7A5}"/>
          </ac:picMkLst>
        </pc:picChg>
        <pc:picChg chg="add mod">
          <ac:chgData name="Анна Бут" userId="23ade47364ca7ea1" providerId="LiveId" clId="{77E68EA0-D435-45B5-9C7F-DE6DDA62179A}" dt="2026-06-22T14:53:27.741" v="106" actId="1076"/>
          <ac:picMkLst>
            <pc:docMk/>
            <pc:sldMk cId="636656066" sldId="273"/>
            <ac:picMk id="10" creationId="{C6944AF6-B9E1-5D24-17CA-337341415519}"/>
          </ac:picMkLst>
        </pc:picChg>
      </pc:sldChg>
      <pc:sldChg chg="addSp delSp modSp add mod">
        <pc:chgData name="Анна Бут" userId="23ade47364ca7ea1" providerId="LiveId" clId="{77E68EA0-D435-45B5-9C7F-DE6DDA62179A}" dt="2026-06-22T19:26:42.627" v="531" actId="790"/>
        <pc:sldMkLst>
          <pc:docMk/>
          <pc:sldMk cId="1144596356" sldId="274"/>
        </pc:sldMkLst>
        <pc:spChg chg="mod">
          <ac:chgData name="Анна Бут" userId="23ade47364ca7ea1" providerId="LiveId" clId="{77E68EA0-D435-45B5-9C7F-DE6DDA62179A}" dt="2026-06-22T19:26:42.627" v="531" actId="790"/>
          <ac:spMkLst>
            <pc:docMk/>
            <pc:sldMk cId="1144596356" sldId="274"/>
            <ac:spMk id="2" creationId="{9AF93072-4B56-B880-53E0-B9DDE48D67A5}"/>
          </ac:spMkLst>
        </pc:spChg>
        <pc:spChg chg="add del mod">
          <ac:chgData name="Анна Бут" userId="23ade47364ca7ea1" providerId="LiveId" clId="{77E68EA0-D435-45B5-9C7F-DE6DDA62179A}" dt="2026-06-22T14:54:01.577" v="120" actId="478"/>
          <ac:spMkLst>
            <pc:docMk/>
            <pc:sldMk cId="1144596356" sldId="274"/>
            <ac:spMk id="4" creationId="{8956E8FC-D88E-8C55-B84C-0F0A2F4C67FD}"/>
          </ac:spMkLst>
        </pc:spChg>
        <pc:spChg chg="add mod">
          <ac:chgData name="Анна Бут" userId="23ade47364ca7ea1" providerId="LiveId" clId="{77E68EA0-D435-45B5-9C7F-DE6DDA62179A}" dt="2026-06-22T19:26:42.627" v="531" actId="790"/>
          <ac:spMkLst>
            <pc:docMk/>
            <pc:sldMk cId="1144596356" sldId="274"/>
            <ac:spMk id="8" creationId="{8A3EB400-74F7-CB77-717C-26CF320834A1}"/>
          </ac:spMkLst>
        </pc:spChg>
        <pc:spChg chg="add mod">
          <ac:chgData name="Анна Бут" userId="23ade47364ca7ea1" providerId="LiveId" clId="{77E68EA0-D435-45B5-9C7F-DE6DDA62179A}" dt="2026-06-22T19:26:42.627" v="531" actId="790"/>
          <ac:spMkLst>
            <pc:docMk/>
            <pc:sldMk cId="1144596356" sldId="274"/>
            <ac:spMk id="12" creationId="{0A88E88B-99FC-8E0F-B047-EEDB0B99FFE8}"/>
          </ac:spMkLst>
        </pc:spChg>
        <pc:spChg chg="mod">
          <ac:chgData name="Анна Бут" userId="23ade47364ca7ea1" providerId="LiveId" clId="{77E68EA0-D435-45B5-9C7F-DE6DDA62179A}" dt="2026-06-22T19:26:42.627" v="531" actId="790"/>
          <ac:spMkLst>
            <pc:docMk/>
            <pc:sldMk cId="1144596356" sldId="274"/>
            <ac:spMk id="120" creationId="{F43A09C2-0A52-C9D7-8B93-53483F613D44}"/>
          </ac:spMkLst>
        </pc:spChg>
        <pc:spChg chg="del">
          <ac:chgData name="Анна Бут" userId="23ade47364ca7ea1" providerId="LiveId" clId="{77E68EA0-D435-45B5-9C7F-DE6DDA62179A}" dt="2026-06-22T14:53:59.895" v="119" actId="478"/>
          <ac:spMkLst>
            <pc:docMk/>
            <pc:sldMk cId="1144596356" sldId="274"/>
            <ac:spMk id="121" creationId="{A7A7F1F5-A0F2-22FE-B018-2AEB7B109322}"/>
          </ac:spMkLst>
        </pc:spChg>
        <pc:spChg chg="del">
          <ac:chgData name="Анна Бут" userId="23ade47364ca7ea1" providerId="LiveId" clId="{77E68EA0-D435-45B5-9C7F-DE6DDA62179A}" dt="2026-06-22T14:54:02.239" v="121" actId="478"/>
          <ac:spMkLst>
            <pc:docMk/>
            <pc:sldMk cId="1144596356" sldId="274"/>
            <ac:spMk id="200" creationId="{CB6CBC62-F235-A00F-2A90-309E3C1218F9}"/>
          </ac:spMkLst>
        </pc:spChg>
        <pc:spChg chg="del">
          <ac:chgData name="Анна Бут" userId="23ade47364ca7ea1" providerId="LiveId" clId="{77E68EA0-D435-45B5-9C7F-DE6DDA62179A}" dt="2026-06-22T14:54:02.779" v="122" actId="478"/>
          <ac:spMkLst>
            <pc:docMk/>
            <pc:sldMk cId="1144596356" sldId="274"/>
            <ac:spMk id="201" creationId="{E83159E4-BA70-98D1-52CA-E5465A016B38}"/>
          </ac:spMkLst>
        </pc:spChg>
        <pc:spChg chg="del">
          <ac:chgData name="Анна Бут" userId="23ade47364ca7ea1" providerId="LiveId" clId="{77E68EA0-D435-45B5-9C7F-DE6DDA62179A}" dt="2026-06-22T14:54:03.230" v="123" actId="478"/>
          <ac:spMkLst>
            <pc:docMk/>
            <pc:sldMk cId="1144596356" sldId="274"/>
            <ac:spMk id="202" creationId="{C181A488-9E49-20A0-F0DE-C81C33298B8B}"/>
          </ac:spMkLst>
        </pc:spChg>
        <pc:spChg chg="del">
          <ac:chgData name="Анна Бут" userId="23ade47364ca7ea1" providerId="LiveId" clId="{77E68EA0-D435-45B5-9C7F-DE6DDA62179A}" dt="2026-06-22T14:54:03.859" v="124" actId="478"/>
          <ac:spMkLst>
            <pc:docMk/>
            <pc:sldMk cId="1144596356" sldId="274"/>
            <ac:spMk id="203" creationId="{6C65F823-3354-6AC3-2F2F-32579DDB2E75}"/>
          </ac:spMkLst>
        </pc:spChg>
        <pc:picChg chg="add del mod modCrop">
          <ac:chgData name="Анна Бут" userId="23ade47364ca7ea1" providerId="LiveId" clId="{77E68EA0-D435-45B5-9C7F-DE6DDA62179A}" dt="2026-06-22T16:03:47.288" v="226" actId="478"/>
          <ac:picMkLst>
            <pc:docMk/>
            <pc:sldMk cId="1144596356" sldId="274"/>
            <ac:picMk id="6" creationId="{56DF8727-D0DF-07FA-21DF-762FCAA60C63}"/>
          </ac:picMkLst>
        </pc:picChg>
        <pc:picChg chg="add mod">
          <ac:chgData name="Анна Бут" userId="23ade47364ca7ea1" providerId="LiveId" clId="{77E68EA0-D435-45B5-9C7F-DE6DDA62179A}" dt="2026-06-22T16:07:58.185" v="251" actId="14100"/>
          <ac:picMkLst>
            <pc:docMk/>
            <pc:sldMk cId="1144596356" sldId="274"/>
            <ac:picMk id="10" creationId="{4A00B218-ACFB-0FFD-120F-7DC3C4A7145D}"/>
          </ac:picMkLst>
        </pc:picChg>
        <pc:picChg chg="add mod">
          <ac:chgData name="Анна Бут" userId="23ade47364ca7ea1" providerId="LiveId" clId="{77E68EA0-D435-45B5-9C7F-DE6DDA62179A}" dt="2026-06-22T16:08:00.043" v="252" actId="14100"/>
          <ac:picMkLst>
            <pc:docMk/>
            <pc:sldMk cId="1144596356" sldId="274"/>
            <ac:picMk id="14" creationId="{9AAFA13D-9DFC-63E4-12B2-D70EAD123C2C}"/>
          </ac:picMkLst>
        </pc:picChg>
      </pc:sldChg>
      <pc:sldChg chg="addSp modSp add mod">
        <pc:chgData name="Анна Бут" userId="23ade47364ca7ea1" providerId="LiveId" clId="{77E68EA0-D435-45B5-9C7F-DE6DDA62179A}" dt="2026-06-22T17:37:52.697" v="509" actId="207"/>
        <pc:sldMkLst>
          <pc:docMk/>
          <pc:sldMk cId="2697480176" sldId="275"/>
        </pc:sldMkLst>
        <pc:spChg chg="add mod">
          <ac:chgData name="Анна Бут" userId="23ade47364ca7ea1" providerId="LiveId" clId="{77E68EA0-D435-45B5-9C7F-DE6DDA62179A}" dt="2026-06-22T17:37:48.815" v="508" actId="207"/>
          <ac:spMkLst>
            <pc:docMk/>
            <pc:sldMk cId="2697480176" sldId="275"/>
            <ac:spMk id="6" creationId="{97E1A019-3B79-BABA-506E-350EC2EC0BC5}"/>
          </ac:spMkLst>
        </pc:spChg>
        <pc:spChg chg="add mod">
          <ac:chgData name="Анна Бут" userId="23ade47364ca7ea1" providerId="LiveId" clId="{77E68EA0-D435-45B5-9C7F-DE6DDA62179A}" dt="2026-06-22T17:37:52.697" v="509" actId="207"/>
          <ac:spMkLst>
            <pc:docMk/>
            <pc:sldMk cId="2697480176" sldId="275"/>
            <ac:spMk id="8" creationId="{77DE33A9-0D77-5CAC-2C08-6E687D6811CB}"/>
          </ac:spMkLst>
        </pc:spChg>
        <pc:spChg chg="mod">
          <ac:chgData name="Анна Бут" userId="23ade47364ca7ea1" providerId="LiveId" clId="{77E68EA0-D435-45B5-9C7F-DE6DDA62179A}" dt="2026-06-22T14:54:21.729" v="148" actId="20577"/>
          <ac:spMkLst>
            <pc:docMk/>
            <pc:sldMk cId="2697480176" sldId="275"/>
            <ac:spMk id="120" creationId="{3DF1986E-3C4F-B613-2489-BFBF0F3F060E}"/>
          </ac:spMkLst>
        </pc:spChg>
        <pc:picChg chg="add mod">
          <ac:chgData name="Анна Бут" userId="23ade47364ca7ea1" providerId="LiveId" clId="{77E68EA0-D435-45B5-9C7F-DE6DDA62179A}" dt="2026-06-22T15:54:24.205" v="205" actId="14100"/>
          <ac:picMkLst>
            <pc:docMk/>
            <pc:sldMk cId="2697480176" sldId="275"/>
            <ac:picMk id="4" creationId="{22B3951E-1B75-FB94-148E-9BB02898B157}"/>
          </ac:picMkLst>
        </pc:picChg>
        <pc:picChg chg="add mod">
          <ac:chgData name="Анна Бут" userId="23ade47364ca7ea1" providerId="LiveId" clId="{77E68EA0-D435-45B5-9C7F-DE6DDA62179A}" dt="2026-06-22T15:54:31.506" v="209" actId="1076"/>
          <ac:picMkLst>
            <pc:docMk/>
            <pc:sldMk cId="2697480176" sldId="275"/>
            <ac:picMk id="10" creationId="{CDFCBDA6-68DE-30AC-6081-3F36A4B3543C}"/>
          </ac:picMkLst>
        </pc:picChg>
      </pc:sldChg>
      <pc:sldChg chg="addSp delSp modSp add mod">
        <pc:chgData name="Анна Бут" userId="23ade47364ca7ea1" providerId="LiveId" clId="{77E68EA0-D435-45B5-9C7F-DE6DDA62179A}" dt="2026-06-22T16:42:26.801" v="404" actId="790"/>
        <pc:sldMkLst>
          <pc:docMk/>
          <pc:sldMk cId="3813343824" sldId="276"/>
        </pc:sldMkLst>
        <pc:spChg chg="mod">
          <ac:chgData name="Анна Бут" userId="23ade47364ca7ea1" providerId="LiveId" clId="{77E68EA0-D435-45B5-9C7F-DE6DDA62179A}" dt="2026-06-22T16:42:26.801" v="404" actId="790"/>
          <ac:spMkLst>
            <pc:docMk/>
            <pc:sldMk cId="3813343824" sldId="276"/>
            <ac:spMk id="2" creationId="{BD2B1BBD-3D6A-F0FF-50C1-DAB3B4F55E0E}"/>
          </ac:spMkLst>
        </pc:spChg>
        <pc:spChg chg="add mod">
          <ac:chgData name="Анна Бут" userId="23ade47364ca7ea1" providerId="LiveId" clId="{77E68EA0-D435-45B5-9C7F-DE6DDA62179A}" dt="2026-06-22T16:42:26.801" v="404" actId="790"/>
          <ac:spMkLst>
            <pc:docMk/>
            <pc:sldMk cId="3813343824" sldId="276"/>
            <ac:spMk id="4" creationId="{EC9E3135-BD5E-3E40-2067-3BBE36C5C0BC}"/>
          </ac:spMkLst>
        </pc:spChg>
        <pc:spChg chg="del mod">
          <ac:chgData name="Анна Бут" userId="23ade47364ca7ea1" providerId="LiveId" clId="{77E68EA0-D435-45B5-9C7F-DE6DDA62179A}" dt="2026-06-22T16:09:52.303" v="259" actId="478"/>
          <ac:spMkLst>
            <pc:docMk/>
            <pc:sldMk cId="3813343824" sldId="276"/>
            <ac:spMk id="6" creationId="{83A04F42-76F1-7F4D-4DF6-8AF00333F2ED}"/>
          </ac:spMkLst>
        </pc:spChg>
        <pc:spChg chg="add mod">
          <ac:chgData name="Анна Бут" userId="23ade47364ca7ea1" providerId="LiveId" clId="{77E68EA0-D435-45B5-9C7F-DE6DDA62179A}" dt="2026-06-22T16:42:26.801" v="404" actId="790"/>
          <ac:spMkLst>
            <pc:docMk/>
            <pc:sldMk cId="3813343824" sldId="276"/>
            <ac:spMk id="7" creationId="{968F6555-4A13-6569-39BB-88425539DE63}"/>
          </ac:spMkLst>
        </pc:spChg>
        <pc:spChg chg="mod">
          <ac:chgData name="Анна Бут" userId="23ade47364ca7ea1" providerId="LiveId" clId="{77E68EA0-D435-45B5-9C7F-DE6DDA62179A}" dt="2026-06-22T16:42:26.801" v="404" actId="790"/>
          <ac:spMkLst>
            <pc:docMk/>
            <pc:sldMk cId="3813343824" sldId="276"/>
            <ac:spMk id="8" creationId="{E020FF48-56F6-8BB8-0E2F-5305D8EB7A31}"/>
          </ac:spMkLst>
        </pc:spChg>
        <pc:spChg chg="del">
          <ac:chgData name="Анна Бут" userId="23ade47364ca7ea1" providerId="LiveId" clId="{77E68EA0-D435-45B5-9C7F-DE6DDA62179A}" dt="2026-06-22T16:09:55.581" v="261" actId="478"/>
          <ac:spMkLst>
            <pc:docMk/>
            <pc:sldMk cId="3813343824" sldId="276"/>
            <ac:spMk id="85" creationId="{3884029B-3680-2D73-21B4-496886E58D3F}"/>
          </ac:spMkLst>
        </pc:spChg>
        <pc:spChg chg="del">
          <ac:chgData name="Анна Бут" userId="23ade47364ca7ea1" providerId="LiveId" clId="{77E68EA0-D435-45B5-9C7F-DE6DDA62179A}" dt="2026-06-22T16:09:54.193" v="260" actId="478"/>
          <ac:spMkLst>
            <pc:docMk/>
            <pc:sldMk cId="3813343824" sldId="276"/>
            <ac:spMk id="86" creationId="{24FB1FAB-1097-55E3-CAAD-29409D1CDA42}"/>
          </ac:spMkLst>
        </pc:spChg>
        <pc:picChg chg="del">
          <ac:chgData name="Анна Бут" userId="23ade47364ca7ea1" providerId="LiveId" clId="{77E68EA0-D435-45B5-9C7F-DE6DDA62179A}" dt="2026-06-22T16:09:49.898" v="257" actId="478"/>
          <ac:picMkLst>
            <pc:docMk/>
            <pc:sldMk cId="3813343824" sldId="276"/>
            <ac:picMk id="11" creationId="{7F290476-0223-DD0E-B51F-CFF703155B50}"/>
          </ac:picMkLst>
        </pc:picChg>
      </pc:sldChg>
      <pc:sldMasterChg chg="add del modSldLayout sldLayoutOrd">
        <pc:chgData name="Анна Бут" userId="23ade47364ca7ea1" providerId="LiveId" clId="{77E68EA0-D435-45B5-9C7F-DE6DDA62179A}" dt="2026-06-22T16:35:23.287" v="334" actId="26606"/>
        <pc:sldMasterMkLst>
          <pc:docMk/>
          <pc:sldMasterMk cId="0" sldId="2147483659"/>
        </pc:sldMasterMkLst>
        <pc:sldLayoutChg chg="modSp mod ord">
          <pc:chgData name="Анна Бут" userId="23ade47364ca7ea1" providerId="LiveId" clId="{77E68EA0-D435-45B5-9C7F-DE6DDA62179A}" dt="2026-06-22T16:33:43.007" v="333" actId="26606"/>
          <pc:sldLayoutMkLst>
            <pc:docMk/>
            <pc:sldMasterMk cId="0" sldId="2147483659"/>
            <pc:sldLayoutMk cId="0" sldId="2147483648"/>
          </pc:sldLayoutMkLst>
          <pc:spChg chg="mod">
            <ac:chgData name="Анна Бут" userId="23ade47364ca7ea1" providerId="LiveId" clId="{77E68EA0-D435-45B5-9C7F-DE6DDA62179A}" dt="2026-06-22T16:33:43.007" v="333" actId="26606"/>
            <ac:spMkLst>
              <pc:docMk/>
              <pc:sldMasterMk cId="0" sldId="2147483659"/>
              <pc:sldLayoutMk cId="0" sldId="2147483648"/>
              <ac:spMk id="12" creationId="{00000000-0000-0000-0000-000000000000}"/>
            </ac:spMkLst>
          </pc:spChg>
          <pc:spChg chg="mod">
            <ac:chgData name="Анна Бут" userId="23ade47364ca7ea1" providerId="LiveId" clId="{77E68EA0-D435-45B5-9C7F-DE6DDA62179A}" dt="2026-06-22T16:33:43.007" v="333" actId="26606"/>
            <ac:spMkLst>
              <pc:docMk/>
              <pc:sldMasterMk cId="0" sldId="2147483659"/>
              <pc:sldLayoutMk cId="0" sldId="2147483648"/>
              <ac:spMk id="13" creationId="{00000000-0000-0000-0000-000000000000}"/>
            </ac:spMkLst>
          </pc:spChg>
          <pc:spChg chg="mod">
            <ac:chgData name="Анна Бут" userId="23ade47364ca7ea1" providerId="LiveId" clId="{77E68EA0-D435-45B5-9C7F-DE6DDA62179A}" dt="2026-06-22T16:33:43.007" v="333" actId="26606"/>
            <ac:spMkLst>
              <pc:docMk/>
              <pc:sldMasterMk cId="0" sldId="2147483659"/>
              <pc:sldLayoutMk cId="0" sldId="2147483648"/>
              <ac:spMk id="14" creationId="{00000000-0000-0000-0000-000000000000}"/>
            </ac:spMkLst>
          </pc:spChg>
        </pc:sldLayoutChg>
        <pc:sldLayoutChg chg="modSp mod ord">
          <pc:chgData name="Анна Бут" userId="23ade47364ca7ea1" providerId="LiveId" clId="{77E68EA0-D435-45B5-9C7F-DE6DDA62179A}" dt="2026-06-22T16:33:43.007" v="333" actId="26606"/>
          <pc:sldLayoutMkLst>
            <pc:docMk/>
            <pc:sldMasterMk cId="0" sldId="2147483659"/>
            <pc:sldLayoutMk cId="0" sldId="2147483649"/>
          </pc:sldLayoutMkLst>
          <pc:spChg chg="mod">
            <ac:chgData name="Анна Бут" userId="23ade47364ca7ea1" providerId="LiveId" clId="{77E68EA0-D435-45B5-9C7F-DE6DDA62179A}" dt="2026-06-22T16:33:43.007" v="333" actId="26606"/>
            <ac:spMkLst>
              <pc:docMk/>
              <pc:sldMasterMk cId="0" sldId="2147483659"/>
              <pc:sldLayoutMk cId="0" sldId="2147483649"/>
              <ac:spMk id="18" creationId="{00000000-0000-0000-0000-000000000000}"/>
            </ac:spMkLst>
          </pc:spChg>
          <pc:spChg chg="mod">
            <ac:chgData name="Анна Бут" userId="23ade47364ca7ea1" providerId="LiveId" clId="{77E68EA0-D435-45B5-9C7F-DE6DDA62179A}" dt="2026-06-22T16:33:43.007" v="333" actId="26606"/>
            <ac:spMkLst>
              <pc:docMk/>
              <pc:sldMasterMk cId="0" sldId="2147483659"/>
              <pc:sldLayoutMk cId="0" sldId="2147483649"/>
              <ac:spMk id="19" creationId="{00000000-0000-0000-0000-000000000000}"/>
            </ac:spMkLst>
          </pc:spChg>
        </pc:sldLayoutChg>
        <pc:sldLayoutChg chg="modSp mod ord">
          <pc:chgData name="Анна Бут" userId="23ade47364ca7ea1" providerId="LiveId" clId="{77E68EA0-D435-45B5-9C7F-DE6DDA62179A}" dt="2026-06-22T16:33:43.007" v="333" actId="26606"/>
          <pc:sldLayoutMkLst>
            <pc:docMk/>
            <pc:sldMasterMk cId="0" sldId="2147483659"/>
            <pc:sldLayoutMk cId="0" sldId="2147483650"/>
          </pc:sldLayoutMkLst>
          <pc:spChg chg="mod">
            <ac:chgData name="Анна Бут" userId="23ade47364ca7ea1" providerId="LiveId" clId="{77E68EA0-D435-45B5-9C7F-DE6DDA62179A}" dt="2026-06-22T16:33:43.007" v="333" actId="26606"/>
            <ac:spMkLst>
              <pc:docMk/>
              <pc:sldMasterMk cId="0" sldId="2147483659"/>
              <pc:sldLayoutMk cId="0" sldId="2147483650"/>
              <ac:spMk id="22" creationId="{00000000-0000-0000-0000-000000000000}"/>
            </ac:spMkLst>
          </pc:spChg>
          <pc:spChg chg="mod">
            <ac:chgData name="Анна Бут" userId="23ade47364ca7ea1" providerId="LiveId" clId="{77E68EA0-D435-45B5-9C7F-DE6DDA62179A}" dt="2026-06-22T16:33:43.007" v="333" actId="26606"/>
            <ac:spMkLst>
              <pc:docMk/>
              <pc:sldMasterMk cId="0" sldId="2147483659"/>
              <pc:sldLayoutMk cId="0" sldId="2147483650"/>
              <ac:spMk id="23" creationId="{00000000-0000-0000-0000-000000000000}"/>
            </ac:spMkLst>
          </pc:spChg>
          <pc:spChg chg="mod">
            <ac:chgData name="Анна Бут" userId="23ade47364ca7ea1" providerId="LiveId" clId="{77E68EA0-D435-45B5-9C7F-DE6DDA62179A}" dt="2026-06-22T16:33:43.007" v="333" actId="26606"/>
            <ac:spMkLst>
              <pc:docMk/>
              <pc:sldMasterMk cId="0" sldId="2147483659"/>
              <pc:sldLayoutMk cId="0" sldId="2147483650"/>
              <ac:spMk id="24" creationId="{00000000-0000-0000-0000-000000000000}"/>
            </ac:spMkLst>
          </pc:spChg>
        </pc:sldLayoutChg>
        <pc:sldLayoutChg chg="modSp mod ord">
          <pc:chgData name="Анна Бут" userId="23ade47364ca7ea1" providerId="LiveId" clId="{77E68EA0-D435-45B5-9C7F-DE6DDA62179A}" dt="2026-06-22T16:33:43.007" v="333" actId="26606"/>
          <pc:sldLayoutMkLst>
            <pc:docMk/>
            <pc:sldMasterMk cId="0" sldId="2147483659"/>
            <pc:sldLayoutMk cId="0" sldId="2147483651"/>
          </pc:sldLayoutMkLst>
          <pc:spChg chg="mod">
            <ac:chgData name="Анна Бут" userId="23ade47364ca7ea1" providerId="LiveId" clId="{77E68EA0-D435-45B5-9C7F-DE6DDA62179A}" dt="2026-06-22T16:33:43.007" v="333" actId="26606"/>
            <ac:spMkLst>
              <pc:docMk/>
              <pc:sldMasterMk cId="0" sldId="2147483659"/>
              <pc:sldLayoutMk cId="0" sldId="2147483651"/>
              <ac:spMk id="26" creationId="{00000000-0000-0000-0000-000000000000}"/>
            </ac:spMkLst>
          </pc:spChg>
          <pc:spChg chg="mod">
            <ac:chgData name="Анна Бут" userId="23ade47364ca7ea1" providerId="LiveId" clId="{77E68EA0-D435-45B5-9C7F-DE6DDA62179A}" dt="2026-06-22T16:33:43.007" v="333" actId="26606"/>
            <ac:spMkLst>
              <pc:docMk/>
              <pc:sldMasterMk cId="0" sldId="2147483659"/>
              <pc:sldLayoutMk cId="0" sldId="2147483651"/>
              <ac:spMk id="27" creationId="{00000000-0000-0000-0000-000000000000}"/>
            </ac:spMkLst>
          </pc:spChg>
          <pc:spChg chg="mod">
            <ac:chgData name="Анна Бут" userId="23ade47364ca7ea1" providerId="LiveId" clId="{77E68EA0-D435-45B5-9C7F-DE6DDA62179A}" dt="2026-06-22T16:33:43.007" v="333" actId="26606"/>
            <ac:spMkLst>
              <pc:docMk/>
              <pc:sldMasterMk cId="0" sldId="2147483659"/>
              <pc:sldLayoutMk cId="0" sldId="2147483651"/>
              <ac:spMk id="28" creationId="{00000000-0000-0000-0000-000000000000}"/>
            </ac:spMkLst>
          </pc:spChg>
          <pc:spChg chg="mod">
            <ac:chgData name="Анна Бут" userId="23ade47364ca7ea1" providerId="LiveId" clId="{77E68EA0-D435-45B5-9C7F-DE6DDA62179A}" dt="2026-06-22T16:33:43.007" v="333" actId="26606"/>
            <ac:spMkLst>
              <pc:docMk/>
              <pc:sldMasterMk cId="0" sldId="2147483659"/>
              <pc:sldLayoutMk cId="0" sldId="2147483651"/>
              <ac:spMk id="29" creationId="{00000000-0000-0000-0000-000000000000}"/>
            </ac:spMkLst>
          </pc:spChg>
        </pc:sldLayoutChg>
        <pc:sldLayoutChg chg="modSp mod ord">
          <pc:chgData name="Анна Бут" userId="23ade47364ca7ea1" providerId="LiveId" clId="{77E68EA0-D435-45B5-9C7F-DE6DDA62179A}" dt="2026-06-22T16:33:43.007" v="333" actId="26606"/>
          <pc:sldLayoutMkLst>
            <pc:docMk/>
            <pc:sldMasterMk cId="0" sldId="2147483659"/>
            <pc:sldLayoutMk cId="0" sldId="2147483652"/>
          </pc:sldLayoutMkLst>
          <pc:spChg chg="mod">
            <ac:chgData name="Анна Бут" userId="23ade47364ca7ea1" providerId="LiveId" clId="{77E68EA0-D435-45B5-9C7F-DE6DDA62179A}" dt="2026-06-22T16:33:43.007" v="333" actId="26606"/>
            <ac:spMkLst>
              <pc:docMk/>
              <pc:sldMasterMk cId="0" sldId="2147483659"/>
              <pc:sldLayoutMk cId="0" sldId="2147483652"/>
              <ac:spMk id="31" creationId="{00000000-0000-0000-0000-000000000000}"/>
            </ac:spMkLst>
          </pc:spChg>
          <pc:spChg chg="mod">
            <ac:chgData name="Анна Бут" userId="23ade47364ca7ea1" providerId="LiveId" clId="{77E68EA0-D435-45B5-9C7F-DE6DDA62179A}" dt="2026-06-22T16:33:43.007" v="333" actId="26606"/>
            <ac:spMkLst>
              <pc:docMk/>
              <pc:sldMasterMk cId="0" sldId="2147483659"/>
              <pc:sldLayoutMk cId="0" sldId="2147483652"/>
              <ac:spMk id="32" creationId="{00000000-0000-0000-0000-000000000000}"/>
            </ac:spMkLst>
          </pc:spChg>
        </pc:sldLayoutChg>
        <pc:sldLayoutChg chg="modSp mod ord">
          <pc:chgData name="Анна Бут" userId="23ade47364ca7ea1" providerId="LiveId" clId="{77E68EA0-D435-45B5-9C7F-DE6DDA62179A}" dt="2026-06-22T16:33:43.007" v="333" actId="26606"/>
          <pc:sldLayoutMkLst>
            <pc:docMk/>
            <pc:sldMasterMk cId="0" sldId="2147483659"/>
            <pc:sldLayoutMk cId="0" sldId="2147483653"/>
          </pc:sldLayoutMkLst>
          <pc:spChg chg="mod">
            <ac:chgData name="Анна Бут" userId="23ade47364ca7ea1" providerId="LiveId" clId="{77E68EA0-D435-45B5-9C7F-DE6DDA62179A}" dt="2026-06-22T16:33:43.007" v="333" actId="26606"/>
            <ac:spMkLst>
              <pc:docMk/>
              <pc:sldMasterMk cId="0" sldId="2147483659"/>
              <pc:sldLayoutMk cId="0" sldId="2147483653"/>
              <ac:spMk id="34" creationId="{00000000-0000-0000-0000-000000000000}"/>
            </ac:spMkLst>
          </pc:spChg>
          <pc:spChg chg="mod">
            <ac:chgData name="Анна Бут" userId="23ade47364ca7ea1" providerId="LiveId" clId="{77E68EA0-D435-45B5-9C7F-DE6DDA62179A}" dt="2026-06-22T16:33:43.007" v="333" actId="26606"/>
            <ac:spMkLst>
              <pc:docMk/>
              <pc:sldMasterMk cId="0" sldId="2147483659"/>
              <pc:sldLayoutMk cId="0" sldId="2147483653"/>
              <ac:spMk id="35" creationId="{00000000-0000-0000-0000-000000000000}"/>
            </ac:spMkLst>
          </pc:spChg>
          <pc:spChg chg="mod">
            <ac:chgData name="Анна Бут" userId="23ade47364ca7ea1" providerId="LiveId" clId="{77E68EA0-D435-45B5-9C7F-DE6DDA62179A}" dt="2026-06-22T16:33:43.007" v="333" actId="26606"/>
            <ac:spMkLst>
              <pc:docMk/>
              <pc:sldMasterMk cId="0" sldId="2147483659"/>
              <pc:sldLayoutMk cId="0" sldId="2147483653"/>
              <ac:spMk id="36" creationId="{00000000-0000-0000-0000-000000000000}"/>
            </ac:spMkLst>
          </pc:spChg>
        </pc:sldLayoutChg>
        <pc:sldLayoutChg chg="modSp mod ord">
          <pc:chgData name="Анна Бут" userId="23ade47364ca7ea1" providerId="LiveId" clId="{77E68EA0-D435-45B5-9C7F-DE6DDA62179A}" dt="2026-06-22T16:33:43.007" v="333" actId="26606"/>
          <pc:sldLayoutMkLst>
            <pc:docMk/>
            <pc:sldMasterMk cId="0" sldId="2147483659"/>
            <pc:sldLayoutMk cId="0" sldId="2147483654"/>
          </pc:sldLayoutMkLst>
          <pc:spChg chg="mod">
            <ac:chgData name="Анна Бут" userId="23ade47364ca7ea1" providerId="LiveId" clId="{77E68EA0-D435-45B5-9C7F-DE6DDA62179A}" dt="2026-06-22T16:33:43.007" v="333" actId="26606"/>
            <ac:spMkLst>
              <pc:docMk/>
              <pc:sldMasterMk cId="0" sldId="2147483659"/>
              <pc:sldLayoutMk cId="0" sldId="2147483654"/>
              <ac:spMk id="39" creationId="{00000000-0000-0000-0000-000000000000}"/>
            </ac:spMkLst>
          </pc:spChg>
          <pc:spChg chg="mod">
            <ac:chgData name="Анна Бут" userId="23ade47364ca7ea1" providerId="LiveId" clId="{77E68EA0-D435-45B5-9C7F-DE6DDA62179A}" dt="2026-06-22T16:33:43.007" v="333" actId="26606"/>
            <ac:spMkLst>
              <pc:docMk/>
              <pc:sldMasterMk cId="0" sldId="2147483659"/>
              <pc:sldLayoutMk cId="0" sldId="2147483654"/>
              <ac:spMk id="40" creationId="{00000000-0000-0000-0000-000000000000}"/>
            </ac:spMkLst>
          </pc:spChg>
        </pc:sldLayoutChg>
        <pc:sldLayoutChg chg="modSp mod ord">
          <pc:chgData name="Анна Бут" userId="23ade47364ca7ea1" providerId="LiveId" clId="{77E68EA0-D435-45B5-9C7F-DE6DDA62179A}" dt="2026-06-22T16:33:43.007" v="333" actId="26606"/>
          <pc:sldLayoutMkLst>
            <pc:docMk/>
            <pc:sldMasterMk cId="0" sldId="2147483659"/>
            <pc:sldLayoutMk cId="0" sldId="2147483655"/>
          </pc:sldLayoutMkLst>
          <pc:spChg chg="mod">
            <ac:chgData name="Анна Бут" userId="23ade47364ca7ea1" providerId="LiveId" clId="{77E68EA0-D435-45B5-9C7F-DE6DDA62179A}" dt="2026-06-22T16:33:43.007" v="333" actId="26606"/>
            <ac:spMkLst>
              <pc:docMk/>
              <pc:sldMasterMk cId="0" sldId="2147483659"/>
              <pc:sldLayoutMk cId="0" sldId="2147483655"/>
              <ac:spMk id="44" creationId="{00000000-0000-0000-0000-000000000000}"/>
            </ac:spMkLst>
          </pc:spChg>
          <pc:spChg chg="mod">
            <ac:chgData name="Анна Бут" userId="23ade47364ca7ea1" providerId="LiveId" clId="{77E68EA0-D435-45B5-9C7F-DE6DDA62179A}" dt="2026-06-22T16:33:43.007" v="333" actId="26606"/>
            <ac:spMkLst>
              <pc:docMk/>
              <pc:sldMasterMk cId="0" sldId="2147483659"/>
              <pc:sldLayoutMk cId="0" sldId="2147483655"/>
              <ac:spMk id="45" creationId="{00000000-0000-0000-0000-000000000000}"/>
            </ac:spMkLst>
          </pc:spChg>
          <pc:spChg chg="mod">
            <ac:chgData name="Анна Бут" userId="23ade47364ca7ea1" providerId="LiveId" clId="{77E68EA0-D435-45B5-9C7F-DE6DDA62179A}" dt="2026-06-22T16:33:43.007" v="333" actId="26606"/>
            <ac:spMkLst>
              <pc:docMk/>
              <pc:sldMasterMk cId="0" sldId="2147483659"/>
              <pc:sldLayoutMk cId="0" sldId="2147483655"/>
              <ac:spMk id="46" creationId="{00000000-0000-0000-0000-000000000000}"/>
            </ac:spMkLst>
          </pc:spChg>
          <pc:spChg chg="mod">
            <ac:chgData name="Анна Бут" userId="23ade47364ca7ea1" providerId="LiveId" clId="{77E68EA0-D435-45B5-9C7F-DE6DDA62179A}" dt="2026-06-22T16:33:43.007" v="333" actId="26606"/>
            <ac:spMkLst>
              <pc:docMk/>
              <pc:sldMasterMk cId="0" sldId="2147483659"/>
              <pc:sldLayoutMk cId="0" sldId="2147483655"/>
              <ac:spMk id="47" creationId="{00000000-0000-0000-0000-000000000000}"/>
            </ac:spMkLst>
          </pc:spChg>
        </pc:sldLayoutChg>
        <pc:sldLayoutChg chg="modSp mod ord">
          <pc:chgData name="Анна Бут" userId="23ade47364ca7ea1" providerId="LiveId" clId="{77E68EA0-D435-45B5-9C7F-DE6DDA62179A}" dt="2026-06-22T16:33:43.007" v="333" actId="26606"/>
          <pc:sldLayoutMkLst>
            <pc:docMk/>
            <pc:sldMasterMk cId="0" sldId="2147483659"/>
            <pc:sldLayoutMk cId="0" sldId="2147483656"/>
          </pc:sldLayoutMkLst>
          <pc:spChg chg="mod">
            <ac:chgData name="Анна Бут" userId="23ade47364ca7ea1" providerId="LiveId" clId="{77E68EA0-D435-45B5-9C7F-DE6DDA62179A}" dt="2026-06-22T16:33:43.007" v="333" actId="26606"/>
            <ac:spMkLst>
              <pc:docMk/>
              <pc:sldMasterMk cId="0" sldId="2147483659"/>
              <pc:sldLayoutMk cId="0" sldId="2147483656"/>
              <ac:spMk id="49" creationId="{00000000-0000-0000-0000-000000000000}"/>
            </ac:spMkLst>
          </pc:spChg>
          <pc:spChg chg="mod">
            <ac:chgData name="Анна Бут" userId="23ade47364ca7ea1" providerId="LiveId" clId="{77E68EA0-D435-45B5-9C7F-DE6DDA62179A}" dt="2026-06-22T16:33:43.007" v="333" actId="26606"/>
            <ac:spMkLst>
              <pc:docMk/>
              <pc:sldMasterMk cId="0" sldId="2147483659"/>
              <pc:sldLayoutMk cId="0" sldId="2147483656"/>
              <ac:spMk id="50" creationId="{00000000-0000-0000-0000-000000000000}"/>
            </ac:spMkLst>
          </pc:spChg>
        </pc:sldLayoutChg>
        <pc:sldLayoutChg chg="modSp mod ord">
          <pc:chgData name="Анна Бут" userId="23ade47364ca7ea1" providerId="LiveId" clId="{77E68EA0-D435-45B5-9C7F-DE6DDA62179A}" dt="2026-06-22T16:33:43.007" v="333" actId="26606"/>
          <pc:sldLayoutMkLst>
            <pc:docMk/>
            <pc:sldMasterMk cId="0" sldId="2147483659"/>
            <pc:sldLayoutMk cId="0" sldId="2147483657"/>
          </pc:sldLayoutMkLst>
          <pc:spChg chg="mod">
            <ac:chgData name="Анна Бут" userId="23ade47364ca7ea1" providerId="LiveId" clId="{77E68EA0-D435-45B5-9C7F-DE6DDA62179A}" dt="2026-06-22T16:33:43.007" v="333" actId="26606"/>
            <ac:spMkLst>
              <pc:docMk/>
              <pc:sldMasterMk cId="0" sldId="2147483659"/>
              <pc:sldLayoutMk cId="0" sldId="2147483657"/>
              <ac:spMk id="53" creationId="{00000000-0000-0000-0000-000000000000}"/>
            </ac:spMkLst>
          </pc:spChg>
          <pc:spChg chg="mod">
            <ac:chgData name="Анна Бут" userId="23ade47364ca7ea1" providerId="LiveId" clId="{77E68EA0-D435-45B5-9C7F-DE6DDA62179A}" dt="2026-06-22T16:33:43.007" v="333" actId="26606"/>
            <ac:spMkLst>
              <pc:docMk/>
              <pc:sldMasterMk cId="0" sldId="2147483659"/>
              <pc:sldLayoutMk cId="0" sldId="2147483657"/>
              <ac:spMk id="54" creationId="{00000000-0000-0000-0000-000000000000}"/>
            </ac:spMkLst>
          </pc:spChg>
          <pc:spChg chg="mod">
            <ac:chgData name="Анна Бут" userId="23ade47364ca7ea1" providerId="LiveId" clId="{77E68EA0-D435-45B5-9C7F-DE6DDA62179A}" dt="2026-06-22T16:33:43.007" v="333" actId="26606"/>
            <ac:spMkLst>
              <pc:docMk/>
              <pc:sldMasterMk cId="0" sldId="2147483659"/>
              <pc:sldLayoutMk cId="0" sldId="2147483657"/>
              <ac:spMk id="55" creationId="{00000000-0000-0000-0000-000000000000}"/>
            </ac:spMkLst>
          </pc:spChg>
        </pc:sldLayoutChg>
        <pc:sldLayoutChg chg="modSp mod ord">
          <pc:chgData name="Анна Бут" userId="23ade47364ca7ea1" providerId="LiveId" clId="{77E68EA0-D435-45B5-9C7F-DE6DDA62179A}" dt="2026-06-22T16:33:43.007" v="333" actId="26606"/>
          <pc:sldLayoutMkLst>
            <pc:docMk/>
            <pc:sldMasterMk cId="0" sldId="2147483659"/>
            <pc:sldLayoutMk cId="0" sldId="2147483658"/>
          </pc:sldLayoutMkLst>
          <pc:spChg chg="mod">
            <ac:chgData name="Анна Бут" userId="23ade47364ca7ea1" providerId="LiveId" clId="{77E68EA0-D435-45B5-9C7F-DE6DDA62179A}" dt="2026-06-22T16:33:43.007" v="333" actId="26606"/>
            <ac:spMkLst>
              <pc:docMk/>
              <pc:sldMasterMk cId="0" sldId="2147483659"/>
              <pc:sldLayoutMk cId="0" sldId="2147483658"/>
              <ac:spMk id="57" creationId="{00000000-0000-0000-0000-000000000000}"/>
            </ac:spMkLst>
          </pc:spChg>
        </pc:sldLayoutChg>
      </pc:sldMasterChg>
      <pc:sldMasterChg chg="add del replId modSldLayout sldLayoutOrd">
        <pc:chgData name="Анна Бут" userId="23ade47364ca7ea1" providerId="LiveId" clId="{77E68EA0-D435-45B5-9C7F-DE6DDA62179A}" dt="2026-06-22T16:35:23.287" v="334" actId="26606"/>
        <pc:sldMasterMkLst>
          <pc:docMk/>
          <pc:sldMasterMk cId="0" sldId="2147483659"/>
        </pc:sldMasterMkLst>
        <pc:sldLayoutChg chg="modSp mod ord">
          <pc:chgData name="Анна Бут" userId="23ade47364ca7ea1" providerId="LiveId" clId="{77E68EA0-D435-45B5-9C7F-DE6DDA62179A}" dt="2026-06-22T16:35:23.287" v="334" actId="26606"/>
          <pc:sldLayoutMkLst>
            <pc:docMk/>
            <pc:sldMasterMk cId="0" sldId="2147483659"/>
            <pc:sldLayoutMk cId="0" sldId="2147483648"/>
          </pc:sldLayoutMkLst>
          <pc:spChg chg="mod">
            <ac:chgData name="Анна Бут" userId="23ade47364ca7ea1" providerId="LiveId" clId="{77E68EA0-D435-45B5-9C7F-DE6DDA62179A}" dt="2026-06-22T16:35:23.287" v="334" actId="26606"/>
            <ac:spMkLst>
              <pc:docMk/>
              <pc:sldMasterMk cId="0" sldId="2147483659"/>
              <pc:sldLayoutMk cId="0" sldId="2147483648"/>
              <ac:spMk id="12" creationId="{00000000-0000-0000-0000-000000000000}"/>
            </ac:spMkLst>
          </pc:spChg>
          <pc:spChg chg="mod">
            <ac:chgData name="Анна Бут" userId="23ade47364ca7ea1" providerId="LiveId" clId="{77E68EA0-D435-45B5-9C7F-DE6DDA62179A}" dt="2026-06-22T16:35:23.287" v="334" actId="26606"/>
            <ac:spMkLst>
              <pc:docMk/>
              <pc:sldMasterMk cId="0" sldId="2147483659"/>
              <pc:sldLayoutMk cId="0" sldId="2147483648"/>
              <ac:spMk id="13" creationId="{00000000-0000-0000-0000-000000000000}"/>
            </ac:spMkLst>
          </pc:spChg>
          <pc:spChg chg="mod">
            <ac:chgData name="Анна Бут" userId="23ade47364ca7ea1" providerId="LiveId" clId="{77E68EA0-D435-45B5-9C7F-DE6DDA62179A}" dt="2026-06-22T16:35:23.287" v="334" actId="26606"/>
            <ac:spMkLst>
              <pc:docMk/>
              <pc:sldMasterMk cId="0" sldId="2147483659"/>
              <pc:sldLayoutMk cId="0" sldId="2147483648"/>
              <ac:spMk id="14" creationId="{00000000-0000-0000-0000-000000000000}"/>
            </ac:spMkLst>
          </pc:spChg>
        </pc:sldLayoutChg>
        <pc:sldLayoutChg chg="modSp mod ord">
          <pc:chgData name="Анна Бут" userId="23ade47364ca7ea1" providerId="LiveId" clId="{77E68EA0-D435-45B5-9C7F-DE6DDA62179A}" dt="2026-06-22T16:35:23.287" v="334" actId="26606"/>
          <pc:sldLayoutMkLst>
            <pc:docMk/>
            <pc:sldMasterMk cId="0" sldId="2147483659"/>
            <pc:sldLayoutMk cId="0" sldId="2147483649"/>
          </pc:sldLayoutMkLst>
          <pc:spChg chg="mod">
            <ac:chgData name="Анна Бут" userId="23ade47364ca7ea1" providerId="LiveId" clId="{77E68EA0-D435-45B5-9C7F-DE6DDA62179A}" dt="2026-06-22T16:35:23.287" v="334" actId="26606"/>
            <ac:spMkLst>
              <pc:docMk/>
              <pc:sldMasterMk cId="0" sldId="2147483659"/>
              <pc:sldLayoutMk cId="0" sldId="2147483649"/>
              <ac:spMk id="18" creationId="{00000000-0000-0000-0000-000000000000}"/>
            </ac:spMkLst>
          </pc:spChg>
          <pc:spChg chg="mod">
            <ac:chgData name="Анна Бут" userId="23ade47364ca7ea1" providerId="LiveId" clId="{77E68EA0-D435-45B5-9C7F-DE6DDA62179A}" dt="2026-06-22T16:35:23.287" v="334" actId="26606"/>
            <ac:spMkLst>
              <pc:docMk/>
              <pc:sldMasterMk cId="0" sldId="2147483659"/>
              <pc:sldLayoutMk cId="0" sldId="2147483649"/>
              <ac:spMk id="19" creationId="{00000000-0000-0000-0000-000000000000}"/>
            </ac:spMkLst>
          </pc:spChg>
        </pc:sldLayoutChg>
        <pc:sldLayoutChg chg="modSp mod ord">
          <pc:chgData name="Анна Бут" userId="23ade47364ca7ea1" providerId="LiveId" clId="{77E68EA0-D435-45B5-9C7F-DE6DDA62179A}" dt="2026-06-22T16:35:23.287" v="334" actId="26606"/>
          <pc:sldLayoutMkLst>
            <pc:docMk/>
            <pc:sldMasterMk cId="0" sldId="2147483659"/>
            <pc:sldLayoutMk cId="0" sldId="2147483650"/>
          </pc:sldLayoutMkLst>
          <pc:spChg chg="mod">
            <ac:chgData name="Анна Бут" userId="23ade47364ca7ea1" providerId="LiveId" clId="{77E68EA0-D435-45B5-9C7F-DE6DDA62179A}" dt="2026-06-22T16:35:23.287" v="334" actId="26606"/>
            <ac:spMkLst>
              <pc:docMk/>
              <pc:sldMasterMk cId="0" sldId="2147483659"/>
              <pc:sldLayoutMk cId="0" sldId="2147483650"/>
              <ac:spMk id="22" creationId="{00000000-0000-0000-0000-000000000000}"/>
            </ac:spMkLst>
          </pc:spChg>
          <pc:spChg chg="mod">
            <ac:chgData name="Анна Бут" userId="23ade47364ca7ea1" providerId="LiveId" clId="{77E68EA0-D435-45B5-9C7F-DE6DDA62179A}" dt="2026-06-22T16:35:23.287" v="334" actId="26606"/>
            <ac:spMkLst>
              <pc:docMk/>
              <pc:sldMasterMk cId="0" sldId="2147483659"/>
              <pc:sldLayoutMk cId="0" sldId="2147483650"/>
              <ac:spMk id="23" creationId="{00000000-0000-0000-0000-000000000000}"/>
            </ac:spMkLst>
          </pc:spChg>
          <pc:spChg chg="mod">
            <ac:chgData name="Анна Бут" userId="23ade47364ca7ea1" providerId="LiveId" clId="{77E68EA0-D435-45B5-9C7F-DE6DDA62179A}" dt="2026-06-22T16:35:23.287" v="334" actId="26606"/>
            <ac:spMkLst>
              <pc:docMk/>
              <pc:sldMasterMk cId="0" sldId="2147483659"/>
              <pc:sldLayoutMk cId="0" sldId="2147483650"/>
              <ac:spMk id="24" creationId="{00000000-0000-0000-0000-000000000000}"/>
            </ac:spMkLst>
          </pc:spChg>
        </pc:sldLayoutChg>
        <pc:sldLayoutChg chg="modSp mod ord">
          <pc:chgData name="Анна Бут" userId="23ade47364ca7ea1" providerId="LiveId" clId="{77E68EA0-D435-45B5-9C7F-DE6DDA62179A}" dt="2026-06-22T16:35:23.287" v="334" actId="26606"/>
          <pc:sldLayoutMkLst>
            <pc:docMk/>
            <pc:sldMasterMk cId="0" sldId="2147483659"/>
            <pc:sldLayoutMk cId="0" sldId="2147483651"/>
          </pc:sldLayoutMkLst>
          <pc:spChg chg="mod">
            <ac:chgData name="Анна Бут" userId="23ade47364ca7ea1" providerId="LiveId" clId="{77E68EA0-D435-45B5-9C7F-DE6DDA62179A}" dt="2026-06-22T16:35:23.287" v="334" actId="26606"/>
            <ac:spMkLst>
              <pc:docMk/>
              <pc:sldMasterMk cId="0" sldId="2147483659"/>
              <pc:sldLayoutMk cId="0" sldId="2147483651"/>
              <ac:spMk id="26" creationId="{00000000-0000-0000-0000-000000000000}"/>
            </ac:spMkLst>
          </pc:spChg>
          <pc:spChg chg="mod">
            <ac:chgData name="Анна Бут" userId="23ade47364ca7ea1" providerId="LiveId" clId="{77E68EA0-D435-45B5-9C7F-DE6DDA62179A}" dt="2026-06-22T16:35:23.287" v="334" actId="26606"/>
            <ac:spMkLst>
              <pc:docMk/>
              <pc:sldMasterMk cId="0" sldId="2147483659"/>
              <pc:sldLayoutMk cId="0" sldId="2147483651"/>
              <ac:spMk id="27" creationId="{00000000-0000-0000-0000-000000000000}"/>
            </ac:spMkLst>
          </pc:spChg>
          <pc:spChg chg="mod">
            <ac:chgData name="Анна Бут" userId="23ade47364ca7ea1" providerId="LiveId" clId="{77E68EA0-D435-45B5-9C7F-DE6DDA62179A}" dt="2026-06-22T16:35:23.287" v="334" actId="26606"/>
            <ac:spMkLst>
              <pc:docMk/>
              <pc:sldMasterMk cId="0" sldId="2147483659"/>
              <pc:sldLayoutMk cId="0" sldId="2147483651"/>
              <ac:spMk id="28" creationId="{00000000-0000-0000-0000-000000000000}"/>
            </ac:spMkLst>
          </pc:spChg>
          <pc:spChg chg="mod">
            <ac:chgData name="Анна Бут" userId="23ade47364ca7ea1" providerId="LiveId" clId="{77E68EA0-D435-45B5-9C7F-DE6DDA62179A}" dt="2026-06-22T16:35:23.287" v="334" actId="26606"/>
            <ac:spMkLst>
              <pc:docMk/>
              <pc:sldMasterMk cId="0" sldId="2147483659"/>
              <pc:sldLayoutMk cId="0" sldId="2147483651"/>
              <ac:spMk id="29" creationId="{00000000-0000-0000-0000-000000000000}"/>
            </ac:spMkLst>
          </pc:spChg>
        </pc:sldLayoutChg>
        <pc:sldLayoutChg chg="modSp mod ord">
          <pc:chgData name="Анна Бут" userId="23ade47364ca7ea1" providerId="LiveId" clId="{77E68EA0-D435-45B5-9C7F-DE6DDA62179A}" dt="2026-06-22T16:35:23.287" v="334" actId="26606"/>
          <pc:sldLayoutMkLst>
            <pc:docMk/>
            <pc:sldMasterMk cId="0" sldId="2147483659"/>
            <pc:sldLayoutMk cId="0" sldId="2147483652"/>
          </pc:sldLayoutMkLst>
          <pc:spChg chg="mod">
            <ac:chgData name="Анна Бут" userId="23ade47364ca7ea1" providerId="LiveId" clId="{77E68EA0-D435-45B5-9C7F-DE6DDA62179A}" dt="2026-06-22T16:35:23.287" v="334" actId="26606"/>
            <ac:spMkLst>
              <pc:docMk/>
              <pc:sldMasterMk cId="0" sldId="2147483659"/>
              <pc:sldLayoutMk cId="0" sldId="2147483652"/>
              <ac:spMk id="31" creationId="{00000000-0000-0000-0000-000000000000}"/>
            </ac:spMkLst>
          </pc:spChg>
          <pc:spChg chg="mod">
            <ac:chgData name="Анна Бут" userId="23ade47364ca7ea1" providerId="LiveId" clId="{77E68EA0-D435-45B5-9C7F-DE6DDA62179A}" dt="2026-06-22T16:35:23.287" v="334" actId="26606"/>
            <ac:spMkLst>
              <pc:docMk/>
              <pc:sldMasterMk cId="0" sldId="2147483659"/>
              <pc:sldLayoutMk cId="0" sldId="2147483652"/>
              <ac:spMk id="32" creationId="{00000000-0000-0000-0000-000000000000}"/>
            </ac:spMkLst>
          </pc:spChg>
        </pc:sldLayoutChg>
        <pc:sldLayoutChg chg="modSp mod ord">
          <pc:chgData name="Анна Бут" userId="23ade47364ca7ea1" providerId="LiveId" clId="{77E68EA0-D435-45B5-9C7F-DE6DDA62179A}" dt="2026-06-22T16:35:23.287" v="334" actId="26606"/>
          <pc:sldLayoutMkLst>
            <pc:docMk/>
            <pc:sldMasterMk cId="0" sldId="2147483659"/>
            <pc:sldLayoutMk cId="0" sldId="2147483653"/>
          </pc:sldLayoutMkLst>
          <pc:spChg chg="mod">
            <ac:chgData name="Анна Бут" userId="23ade47364ca7ea1" providerId="LiveId" clId="{77E68EA0-D435-45B5-9C7F-DE6DDA62179A}" dt="2026-06-22T16:35:23.287" v="334" actId="26606"/>
            <ac:spMkLst>
              <pc:docMk/>
              <pc:sldMasterMk cId="0" sldId="2147483659"/>
              <pc:sldLayoutMk cId="0" sldId="2147483653"/>
              <ac:spMk id="34" creationId="{00000000-0000-0000-0000-000000000000}"/>
            </ac:spMkLst>
          </pc:spChg>
          <pc:spChg chg="mod">
            <ac:chgData name="Анна Бут" userId="23ade47364ca7ea1" providerId="LiveId" clId="{77E68EA0-D435-45B5-9C7F-DE6DDA62179A}" dt="2026-06-22T16:35:23.287" v="334" actId="26606"/>
            <ac:spMkLst>
              <pc:docMk/>
              <pc:sldMasterMk cId="0" sldId="2147483659"/>
              <pc:sldLayoutMk cId="0" sldId="2147483653"/>
              <ac:spMk id="35" creationId="{00000000-0000-0000-0000-000000000000}"/>
            </ac:spMkLst>
          </pc:spChg>
          <pc:spChg chg="mod">
            <ac:chgData name="Анна Бут" userId="23ade47364ca7ea1" providerId="LiveId" clId="{77E68EA0-D435-45B5-9C7F-DE6DDA62179A}" dt="2026-06-22T16:35:23.287" v="334" actId="26606"/>
            <ac:spMkLst>
              <pc:docMk/>
              <pc:sldMasterMk cId="0" sldId="2147483659"/>
              <pc:sldLayoutMk cId="0" sldId="2147483653"/>
              <ac:spMk id="36" creationId="{00000000-0000-0000-0000-000000000000}"/>
            </ac:spMkLst>
          </pc:spChg>
        </pc:sldLayoutChg>
        <pc:sldLayoutChg chg="modSp mod ord">
          <pc:chgData name="Анна Бут" userId="23ade47364ca7ea1" providerId="LiveId" clId="{77E68EA0-D435-45B5-9C7F-DE6DDA62179A}" dt="2026-06-22T16:35:23.287" v="334" actId="26606"/>
          <pc:sldLayoutMkLst>
            <pc:docMk/>
            <pc:sldMasterMk cId="0" sldId="2147483659"/>
            <pc:sldLayoutMk cId="0" sldId="2147483654"/>
          </pc:sldLayoutMkLst>
          <pc:spChg chg="mod">
            <ac:chgData name="Анна Бут" userId="23ade47364ca7ea1" providerId="LiveId" clId="{77E68EA0-D435-45B5-9C7F-DE6DDA62179A}" dt="2026-06-22T16:35:23.287" v="334" actId="26606"/>
            <ac:spMkLst>
              <pc:docMk/>
              <pc:sldMasterMk cId="0" sldId="2147483659"/>
              <pc:sldLayoutMk cId="0" sldId="2147483654"/>
              <ac:spMk id="39" creationId="{00000000-0000-0000-0000-000000000000}"/>
            </ac:spMkLst>
          </pc:spChg>
          <pc:spChg chg="mod">
            <ac:chgData name="Анна Бут" userId="23ade47364ca7ea1" providerId="LiveId" clId="{77E68EA0-D435-45B5-9C7F-DE6DDA62179A}" dt="2026-06-22T16:35:23.287" v="334" actId="26606"/>
            <ac:spMkLst>
              <pc:docMk/>
              <pc:sldMasterMk cId="0" sldId="2147483659"/>
              <pc:sldLayoutMk cId="0" sldId="2147483654"/>
              <ac:spMk id="40" creationId="{00000000-0000-0000-0000-000000000000}"/>
            </ac:spMkLst>
          </pc:spChg>
        </pc:sldLayoutChg>
        <pc:sldLayoutChg chg="modSp mod ord">
          <pc:chgData name="Анна Бут" userId="23ade47364ca7ea1" providerId="LiveId" clId="{77E68EA0-D435-45B5-9C7F-DE6DDA62179A}" dt="2026-06-22T16:35:23.287" v="334" actId="26606"/>
          <pc:sldLayoutMkLst>
            <pc:docMk/>
            <pc:sldMasterMk cId="0" sldId="2147483659"/>
            <pc:sldLayoutMk cId="0" sldId="2147483655"/>
          </pc:sldLayoutMkLst>
          <pc:spChg chg="mod">
            <ac:chgData name="Анна Бут" userId="23ade47364ca7ea1" providerId="LiveId" clId="{77E68EA0-D435-45B5-9C7F-DE6DDA62179A}" dt="2026-06-22T16:35:23.287" v="334" actId="26606"/>
            <ac:spMkLst>
              <pc:docMk/>
              <pc:sldMasterMk cId="0" sldId="2147483659"/>
              <pc:sldLayoutMk cId="0" sldId="2147483655"/>
              <ac:spMk id="44" creationId="{00000000-0000-0000-0000-000000000000}"/>
            </ac:spMkLst>
          </pc:spChg>
          <pc:spChg chg="mod">
            <ac:chgData name="Анна Бут" userId="23ade47364ca7ea1" providerId="LiveId" clId="{77E68EA0-D435-45B5-9C7F-DE6DDA62179A}" dt="2026-06-22T16:35:23.287" v="334" actId="26606"/>
            <ac:spMkLst>
              <pc:docMk/>
              <pc:sldMasterMk cId="0" sldId="2147483659"/>
              <pc:sldLayoutMk cId="0" sldId="2147483655"/>
              <ac:spMk id="45" creationId="{00000000-0000-0000-0000-000000000000}"/>
            </ac:spMkLst>
          </pc:spChg>
          <pc:spChg chg="mod">
            <ac:chgData name="Анна Бут" userId="23ade47364ca7ea1" providerId="LiveId" clId="{77E68EA0-D435-45B5-9C7F-DE6DDA62179A}" dt="2026-06-22T16:35:23.287" v="334" actId="26606"/>
            <ac:spMkLst>
              <pc:docMk/>
              <pc:sldMasterMk cId="0" sldId="2147483659"/>
              <pc:sldLayoutMk cId="0" sldId="2147483655"/>
              <ac:spMk id="46" creationId="{00000000-0000-0000-0000-000000000000}"/>
            </ac:spMkLst>
          </pc:spChg>
          <pc:spChg chg="mod">
            <ac:chgData name="Анна Бут" userId="23ade47364ca7ea1" providerId="LiveId" clId="{77E68EA0-D435-45B5-9C7F-DE6DDA62179A}" dt="2026-06-22T16:35:23.287" v="334" actId="26606"/>
            <ac:spMkLst>
              <pc:docMk/>
              <pc:sldMasterMk cId="0" sldId="2147483659"/>
              <pc:sldLayoutMk cId="0" sldId="2147483655"/>
              <ac:spMk id="47" creationId="{00000000-0000-0000-0000-000000000000}"/>
            </ac:spMkLst>
          </pc:spChg>
        </pc:sldLayoutChg>
        <pc:sldLayoutChg chg="modSp mod ord">
          <pc:chgData name="Анна Бут" userId="23ade47364ca7ea1" providerId="LiveId" clId="{77E68EA0-D435-45B5-9C7F-DE6DDA62179A}" dt="2026-06-22T16:35:23.287" v="334" actId="26606"/>
          <pc:sldLayoutMkLst>
            <pc:docMk/>
            <pc:sldMasterMk cId="0" sldId="2147483659"/>
            <pc:sldLayoutMk cId="0" sldId="2147483656"/>
          </pc:sldLayoutMkLst>
          <pc:spChg chg="mod">
            <ac:chgData name="Анна Бут" userId="23ade47364ca7ea1" providerId="LiveId" clId="{77E68EA0-D435-45B5-9C7F-DE6DDA62179A}" dt="2026-06-22T16:35:23.287" v="334" actId="26606"/>
            <ac:spMkLst>
              <pc:docMk/>
              <pc:sldMasterMk cId="0" sldId="2147483659"/>
              <pc:sldLayoutMk cId="0" sldId="2147483656"/>
              <ac:spMk id="49" creationId="{00000000-0000-0000-0000-000000000000}"/>
            </ac:spMkLst>
          </pc:spChg>
          <pc:spChg chg="mod">
            <ac:chgData name="Анна Бут" userId="23ade47364ca7ea1" providerId="LiveId" clId="{77E68EA0-D435-45B5-9C7F-DE6DDA62179A}" dt="2026-06-22T16:35:23.287" v="334" actId="26606"/>
            <ac:spMkLst>
              <pc:docMk/>
              <pc:sldMasterMk cId="0" sldId="2147483659"/>
              <pc:sldLayoutMk cId="0" sldId="2147483656"/>
              <ac:spMk id="50" creationId="{00000000-0000-0000-0000-000000000000}"/>
            </ac:spMkLst>
          </pc:spChg>
        </pc:sldLayoutChg>
        <pc:sldLayoutChg chg="modSp mod ord">
          <pc:chgData name="Анна Бут" userId="23ade47364ca7ea1" providerId="LiveId" clId="{77E68EA0-D435-45B5-9C7F-DE6DDA62179A}" dt="2026-06-22T16:35:23.287" v="334" actId="26606"/>
          <pc:sldLayoutMkLst>
            <pc:docMk/>
            <pc:sldMasterMk cId="0" sldId="2147483659"/>
            <pc:sldLayoutMk cId="0" sldId="2147483657"/>
          </pc:sldLayoutMkLst>
          <pc:spChg chg="mod">
            <ac:chgData name="Анна Бут" userId="23ade47364ca7ea1" providerId="LiveId" clId="{77E68EA0-D435-45B5-9C7F-DE6DDA62179A}" dt="2026-06-22T16:35:23.287" v="334" actId="26606"/>
            <ac:spMkLst>
              <pc:docMk/>
              <pc:sldMasterMk cId="0" sldId="2147483659"/>
              <pc:sldLayoutMk cId="0" sldId="2147483657"/>
              <ac:spMk id="53" creationId="{00000000-0000-0000-0000-000000000000}"/>
            </ac:spMkLst>
          </pc:spChg>
          <pc:spChg chg="mod">
            <ac:chgData name="Анна Бут" userId="23ade47364ca7ea1" providerId="LiveId" clId="{77E68EA0-D435-45B5-9C7F-DE6DDA62179A}" dt="2026-06-22T16:35:23.287" v="334" actId="26606"/>
            <ac:spMkLst>
              <pc:docMk/>
              <pc:sldMasterMk cId="0" sldId="2147483659"/>
              <pc:sldLayoutMk cId="0" sldId="2147483657"/>
              <ac:spMk id="54" creationId="{00000000-0000-0000-0000-000000000000}"/>
            </ac:spMkLst>
          </pc:spChg>
          <pc:spChg chg="mod">
            <ac:chgData name="Анна Бут" userId="23ade47364ca7ea1" providerId="LiveId" clId="{77E68EA0-D435-45B5-9C7F-DE6DDA62179A}" dt="2026-06-22T16:35:23.287" v="334" actId="26606"/>
            <ac:spMkLst>
              <pc:docMk/>
              <pc:sldMasterMk cId="0" sldId="2147483659"/>
              <pc:sldLayoutMk cId="0" sldId="2147483657"/>
              <ac:spMk id="55" creationId="{00000000-0000-0000-0000-000000000000}"/>
            </ac:spMkLst>
          </pc:spChg>
        </pc:sldLayoutChg>
        <pc:sldLayoutChg chg="modSp mod ord">
          <pc:chgData name="Анна Бут" userId="23ade47364ca7ea1" providerId="LiveId" clId="{77E68EA0-D435-45B5-9C7F-DE6DDA62179A}" dt="2026-06-22T16:35:23.287" v="334" actId="26606"/>
          <pc:sldLayoutMkLst>
            <pc:docMk/>
            <pc:sldMasterMk cId="0" sldId="2147483659"/>
            <pc:sldLayoutMk cId="0" sldId="2147483658"/>
          </pc:sldLayoutMkLst>
          <pc:spChg chg="mod">
            <ac:chgData name="Анна Бут" userId="23ade47364ca7ea1" providerId="LiveId" clId="{77E68EA0-D435-45B5-9C7F-DE6DDA62179A}" dt="2026-06-22T16:35:23.287" v="334" actId="26606"/>
            <ac:spMkLst>
              <pc:docMk/>
              <pc:sldMasterMk cId="0" sldId="2147483659"/>
              <pc:sldLayoutMk cId="0" sldId="2147483658"/>
              <ac:spMk id="57"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71013748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20ddf966691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20ddf966691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28CB27A1-9B88-6FB8-37FE-10112128B11B}"/>
            </a:ext>
          </a:extLst>
        </p:cNvPr>
        <p:cNvGrpSpPr/>
        <p:nvPr/>
      </p:nvGrpSpPr>
      <p:grpSpPr>
        <a:xfrm>
          <a:off x="0" y="0"/>
          <a:ext cx="0" cy="0"/>
          <a:chOff x="0" y="0"/>
          <a:chExt cx="0" cy="0"/>
        </a:xfrm>
      </p:grpSpPr>
      <p:sp>
        <p:nvSpPr>
          <p:cNvPr id="75" name="Google Shape;75;g2e16b2adad1_0_0:notes">
            <a:extLst>
              <a:ext uri="{FF2B5EF4-FFF2-40B4-BE49-F238E27FC236}">
                <a16:creationId xmlns:a16="http://schemas.microsoft.com/office/drawing/2014/main" id="{80DE2D06-644E-FD5B-1FBE-48B7BBD1B1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e16b2adad1_0_0:notes">
            <a:extLst>
              <a:ext uri="{FF2B5EF4-FFF2-40B4-BE49-F238E27FC236}">
                <a16:creationId xmlns:a16="http://schemas.microsoft.com/office/drawing/2014/main" id="{D844147B-DD7E-7A63-6730-29BDBE600F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73536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2e16b2adad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e16b2adad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406F52AF-C18A-F997-5AD3-8DF2536D443E}"/>
            </a:ext>
          </a:extLst>
        </p:cNvPr>
        <p:cNvGrpSpPr/>
        <p:nvPr/>
      </p:nvGrpSpPr>
      <p:grpSpPr>
        <a:xfrm>
          <a:off x="0" y="0"/>
          <a:ext cx="0" cy="0"/>
          <a:chOff x="0" y="0"/>
          <a:chExt cx="0" cy="0"/>
        </a:xfrm>
      </p:grpSpPr>
      <p:sp>
        <p:nvSpPr>
          <p:cNvPr id="75" name="Google Shape;75;g2e16b2adad1_0_0:notes">
            <a:extLst>
              <a:ext uri="{FF2B5EF4-FFF2-40B4-BE49-F238E27FC236}">
                <a16:creationId xmlns:a16="http://schemas.microsoft.com/office/drawing/2014/main" id="{4496F4ED-9627-A842-EEDE-8EFE33D532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e16b2adad1_0_0:notes">
            <a:extLst>
              <a:ext uri="{FF2B5EF4-FFF2-40B4-BE49-F238E27FC236}">
                <a16:creationId xmlns:a16="http://schemas.microsoft.com/office/drawing/2014/main" id="{F31FDF40-EA17-326D-0C9B-70E557B353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9656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e16b2adad1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2e16b2adad1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1433AD99-F78B-90DA-0078-012A7D000862}"/>
            </a:ext>
          </a:extLst>
        </p:cNvPr>
        <p:cNvGrpSpPr/>
        <p:nvPr/>
      </p:nvGrpSpPr>
      <p:grpSpPr>
        <a:xfrm>
          <a:off x="0" y="0"/>
          <a:ext cx="0" cy="0"/>
          <a:chOff x="0" y="0"/>
          <a:chExt cx="0" cy="0"/>
        </a:xfrm>
      </p:grpSpPr>
      <p:sp>
        <p:nvSpPr>
          <p:cNvPr id="82" name="Google Shape;82;g2e16b2adad1_0_6:notes">
            <a:extLst>
              <a:ext uri="{FF2B5EF4-FFF2-40B4-BE49-F238E27FC236}">
                <a16:creationId xmlns:a16="http://schemas.microsoft.com/office/drawing/2014/main" id="{342409CC-9CA9-040F-4431-F378C45597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2e16b2adad1_0_6:notes">
            <a:extLst>
              <a:ext uri="{FF2B5EF4-FFF2-40B4-BE49-F238E27FC236}">
                <a16:creationId xmlns:a16="http://schemas.microsoft.com/office/drawing/2014/main" id="{AA539D98-3B47-9175-2B3C-8DC4ABB173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69363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e16b2adad1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e16b2adad1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e16b2adad1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e16b2adad1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e16b2adad1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e16b2adad1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e16b2adad1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e16b2adad1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A4003B81-5ED4-FDE4-CA42-960948C2E282}"/>
            </a:ext>
          </a:extLst>
        </p:cNvPr>
        <p:cNvGrpSpPr/>
        <p:nvPr/>
      </p:nvGrpSpPr>
      <p:grpSpPr>
        <a:xfrm>
          <a:off x="0" y="0"/>
          <a:ext cx="0" cy="0"/>
          <a:chOff x="0" y="0"/>
          <a:chExt cx="0" cy="0"/>
        </a:xfrm>
      </p:grpSpPr>
      <p:sp>
        <p:nvSpPr>
          <p:cNvPr id="117" name="Google Shape;117;g2e16b2adad1_0_35:notes">
            <a:extLst>
              <a:ext uri="{FF2B5EF4-FFF2-40B4-BE49-F238E27FC236}">
                <a16:creationId xmlns:a16="http://schemas.microsoft.com/office/drawing/2014/main" id="{7992C6A0-1963-7FAA-9C1D-CBE00786BF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e16b2adad1_0_35:notes">
            <a:extLst>
              <a:ext uri="{FF2B5EF4-FFF2-40B4-BE49-F238E27FC236}">
                <a16:creationId xmlns:a16="http://schemas.microsoft.com/office/drawing/2014/main" id="{B4F8825D-E029-D5C1-0CD5-4D22DCC94B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671333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14148631-6614-C78E-78A3-80634F832A91}"/>
            </a:ext>
          </a:extLst>
        </p:cNvPr>
        <p:cNvGrpSpPr/>
        <p:nvPr/>
      </p:nvGrpSpPr>
      <p:grpSpPr>
        <a:xfrm>
          <a:off x="0" y="0"/>
          <a:ext cx="0" cy="0"/>
          <a:chOff x="0" y="0"/>
          <a:chExt cx="0" cy="0"/>
        </a:xfrm>
      </p:grpSpPr>
      <p:sp>
        <p:nvSpPr>
          <p:cNvPr id="117" name="Google Shape;117;g2e16b2adad1_0_35:notes">
            <a:extLst>
              <a:ext uri="{FF2B5EF4-FFF2-40B4-BE49-F238E27FC236}">
                <a16:creationId xmlns:a16="http://schemas.microsoft.com/office/drawing/2014/main" id="{AB12E880-E04C-8A8D-EC90-32319BAE0C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e16b2adad1_0_35:notes">
            <a:extLst>
              <a:ext uri="{FF2B5EF4-FFF2-40B4-BE49-F238E27FC236}">
                <a16:creationId xmlns:a16="http://schemas.microsoft.com/office/drawing/2014/main" id="{41DA945C-04F3-22E1-3806-78A601DB5D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54018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e16b2adad1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2e16b2adad1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F1407597-F37F-695F-D42A-7F597C120A72}"/>
            </a:ext>
          </a:extLst>
        </p:cNvPr>
        <p:cNvGrpSpPr/>
        <p:nvPr/>
      </p:nvGrpSpPr>
      <p:grpSpPr>
        <a:xfrm>
          <a:off x="0" y="0"/>
          <a:ext cx="0" cy="0"/>
          <a:chOff x="0" y="0"/>
          <a:chExt cx="0" cy="0"/>
        </a:xfrm>
      </p:grpSpPr>
      <p:sp>
        <p:nvSpPr>
          <p:cNvPr id="124" name="Google Shape;124;g2e16b2adad1_0_40:notes">
            <a:extLst>
              <a:ext uri="{FF2B5EF4-FFF2-40B4-BE49-F238E27FC236}">
                <a16:creationId xmlns:a16="http://schemas.microsoft.com/office/drawing/2014/main" id="{1033D083-F5FA-FE13-A7FF-C28D72C091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2e16b2adad1_0_40:notes">
            <a:extLst>
              <a:ext uri="{FF2B5EF4-FFF2-40B4-BE49-F238E27FC236}">
                <a16:creationId xmlns:a16="http://schemas.microsoft.com/office/drawing/2014/main" id="{DB586B7B-5491-6058-D018-8711B07871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42768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00BD7A5B-9D67-9ACC-314E-9FBDA40AFC18}"/>
            </a:ext>
          </a:extLst>
        </p:cNvPr>
        <p:cNvGrpSpPr/>
        <p:nvPr/>
      </p:nvGrpSpPr>
      <p:grpSpPr>
        <a:xfrm>
          <a:off x="0" y="0"/>
          <a:ext cx="0" cy="0"/>
          <a:chOff x="0" y="0"/>
          <a:chExt cx="0" cy="0"/>
        </a:xfrm>
      </p:grpSpPr>
      <p:sp>
        <p:nvSpPr>
          <p:cNvPr id="124" name="Google Shape;124;g2e16b2adad1_0_40:notes">
            <a:extLst>
              <a:ext uri="{FF2B5EF4-FFF2-40B4-BE49-F238E27FC236}">
                <a16:creationId xmlns:a16="http://schemas.microsoft.com/office/drawing/2014/main" id="{05C83EC1-9528-9584-4463-FA2FDF1E6A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2e16b2adad1_0_40:notes">
            <a:extLst>
              <a:ext uri="{FF2B5EF4-FFF2-40B4-BE49-F238E27FC236}">
                <a16:creationId xmlns:a16="http://schemas.microsoft.com/office/drawing/2014/main" id="{047C84A6-0FAD-D2CB-0DA7-026FE30BB4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17157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e16b2adad1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2e16b2adad1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uk-UA"/>
          </a:p>
        </p:txBody>
      </p:sp>
      <p:sp>
        <p:nvSpPr>
          <p:cNvPr id="11" name="Google Shape;11;p2"/>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uk-UA"/>
          </a:p>
        </p:txBody>
      </p:sp>
      <p:sp>
        <p:nvSpPr>
          <p:cNvPr id="12" name="Google Shape;12;p2"/>
          <p:cNvSpPr txBox="1">
            <a:spLocks noGrp="1"/>
          </p:cNvSpPr>
          <p:nvPr>
            <p:ph type="ctrTitle"/>
          </p:nvPr>
        </p:nvSpPr>
        <p:spPr>
          <a:xfrm>
            <a:off x="3044700" y="1444255"/>
            <a:ext cx="3054600" cy="15372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r>
              <a:rPr lang="uk-UA"/>
              <a:t>Клацніть, щоб редагувати стиль зразка заголовка</a:t>
            </a:r>
            <a:endParaRPr/>
          </a:p>
        </p:txBody>
      </p:sp>
      <p:sp>
        <p:nvSpPr>
          <p:cNvPr id="13" name="Google Shape;13;p2"/>
          <p:cNvSpPr txBox="1">
            <a:spLocks noGrp="1"/>
          </p:cNvSpPr>
          <p:nvPr>
            <p:ph type="subTitle" idx="1"/>
          </p:nvPr>
        </p:nvSpPr>
        <p:spPr>
          <a:xfrm>
            <a:off x="3044700" y="3116580"/>
            <a:ext cx="3054600" cy="7014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r>
              <a:rPr lang="uk-UA"/>
              <a:t>Клацніть, щоб редагувати стиль зразка підзаголовка</a:t>
            </a:r>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5"/>
        <p:cNvGrpSpPr/>
        <p:nvPr/>
      </p:nvGrpSpPr>
      <p:grpSpPr>
        <a:xfrm>
          <a:off x="0" y="0"/>
          <a:ext cx="0" cy="0"/>
          <a:chOff x="0" y="0"/>
          <a:chExt cx="0" cy="0"/>
        </a:xfrm>
      </p:grpSpPr>
      <p:sp>
        <p:nvSpPr>
          <p:cNvPr id="16" name="Google Shape;16;p3"/>
          <p:cNvSpPr/>
          <p:nvPr/>
        </p:nvSpPr>
        <p:spPr>
          <a:xfrm flipH="1">
            <a:off x="7595938" y="4602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7" name="Google Shape;17;p3"/>
          <p:cNvSpPr/>
          <p:nvPr/>
        </p:nvSpPr>
        <p:spPr>
          <a:xfrm rot="10800000" flipH="1">
            <a:off x="466425" y="35583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8" name="Google Shape;18;p3"/>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r>
              <a:rPr lang="uk-UA"/>
              <a:t>Клацніть, щоб редагувати стиль зразка заголовка</a:t>
            </a:r>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r>
              <a:rPr lang="uk-UA"/>
              <a:t>Клацніть, щоб редагувати стиль зразка заголовка</a:t>
            </a:r>
            <a:endParaRPr/>
          </a:p>
        </p:txBody>
      </p:sp>
      <p:sp>
        <p:nvSpPr>
          <p:cNvPr id="23" name="Google Shape;23;p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lvl="0"/>
            <a:r>
              <a:rPr lang="uk-UA"/>
              <a:t>Клацніть, щоб відредагувати стилі зразків тексту</a:t>
            </a: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r>
              <a:rPr lang="uk-UA"/>
              <a:t>Клацніть, щоб редагувати стиль зразка заголовка</a:t>
            </a:r>
            <a:endParaRPr/>
          </a:p>
        </p:txBody>
      </p:sp>
      <p:sp>
        <p:nvSpPr>
          <p:cNvPr id="27" name="Google Shape;27;p5"/>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uk-UA"/>
              <a:t>Клацніть, щоб відредагувати стилі зразків тексту</a:t>
            </a:r>
          </a:p>
        </p:txBody>
      </p:sp>
      <p:sp>
        <p:nvSpPr>
          <p:cNvPr id="28" name="Google Shape;28;p5"/>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uk-UA"/>
              <a:t>Клацніть, щоб відредагувати стилі зразків тексту</a:t>
            </a: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r>
              <a:rPr lang="uk-UA"/>
              <a:t>Клацніть, щоб редагувати стиль зразка заголовка</a:t>
            </a:r>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rPr lang="uk-UA"/>
              <a:t>Клацніть, щоб редагувати стиль зразка заголовка</a:t>
            </a:r>
            <a:endParaRPr/>
          </a:p>
        </p:txBody>
      </p:sp>
      <p:sp>
        <p:nvSpPr>
          <p:cNvPr id="35" name="Google Shape;35;p7"/>
          <p:cNvSpPr txBox="1">
            <a:spLocks noGrp="1"/>
          </p:cNvSpPr>
          <p:nvPr>
            <p:ph type="body" idx="1"/>
          </p:nvPr>
        </p:nvSpPr>
        <p:spPr>
          <a:xfrm>
            <a:off x="311700" y="1399400"/>
            <a:ext cx="2808000" cy="27849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uk-UA"/>
              <a:t>Клацніть, щоб відредагувати стилі зразків тексту</a:t>
            </a:r>
          </a:p>
        </p:txBody>
      </p:sp>
      <p:sp>
        <p:nvSpPr>
          <p:cNvPr id="36" name="Google Shape;36;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450150"/>
            <a:ext cx="5878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r>
              <a:rPr lang="uk-UA"/>
              <a:t>Клацніть, щоб редагувати стиль зразка заголовка</a:t>
            </a:r>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9"/>
          <p:cNvSpPr txBox="1">
            <a:spLocks noGrp="1"/>
          </p:cNvSpPr>
          <p:nvPr>
            <p:ph type="title"/>
          </p:nvPr>
        </p:nvSpPr>
        <p:spPr>
          <a:xfrm>
            <a:off x="265500" y="929275"/>
            <a:ext cx="4045200" cy="17862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a:r>
              <a:rPr lang="uk-UA"/>
              <a:t>Клацніть, щоб редагувати стиль зразка заголовка</a:t>
            </a:r>
            <a:endParaRPr/>
          </a:p>
        </p:txBody>
      </p:sp>
      <p:sp>
        <p:nvSpPr>
          <p:cNvPr id="45" name="Google Shape;45;p9"/>
          <p:cNvSpPr txBox="1">
            <a:spLocks noGrp="1"/>
          </p:cNvSpPr>
          <p:nvPr>
            <p:ph type="subTitle" idx="1"/>
          </p:nvPr>
        </p:nvSpPr>
        <p:spPr>
          <a:xfrm>
            <a:off x="265500" y="2769001"/>
            <a:ext cx="4045200" cy="1574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r>
              <a:rPr lang="uk-UA"/>
              <a:t>Клацніть, щоб редагувати стиль зразка підзаголовка</a:t>
            </a:r>
            <a:endParaRPr/>
          </a:p>
        </p:txBody>
      </p:sp>
      <p:sp>
        <p:nvSpPr>
          <p:cNvPr id="46" name="Google Shape;46;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pPr lvl="0"/>
            <a:r>
              <a:rPr lang="uk-UA"/>
              <a:t>Клацніть, щоб відредагувати стилі зразків тексту</a:t>
            </a:r>
          </a:p>
        </p:txBody>
      </p:sp>
      <p:sp>
        <p:nvSpPr>
          <p:cNvPr id="47" name="Google Shape;47;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42189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pPr lvl="0"/>
            <a:r>
              <a:rPr lang="uk-UA"/>
              <a:t>Клацніть, щоб відредагувати стилі зразків тексту</a:t>
            </a:r>
          </a:p>
        </p:txBody>
      </p:sp>
      <p:sp>
        <p:nvSpPr>
          <p:cNvPr id="50" name="Google Shape;5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957125"/>
            <a:ext cx="8520600" cy="2128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316200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lvl="0"/>
            <a:r>
              <a:rPr lang="uk-UA"/>
              <a:t>Клацніть, щоб відредагувати стилі зразків тексту</a:t>
            </a: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rgbClr val="27414E"/>
              </a:buClr>
              <a:buSzPts val="4200"/>
              <a:buFont typeface="Economica"/>
              <a:buNone/>
              <a:defRPr sz="4200" b="1">
                <a:solidFill>
                  <a:srgbClr val="27414E"/>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uk"/>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5.jpe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2761346" y="2352150"/>
            <a:ext cx="3281100" cy="439200"/>
          </a:xfrm>
          <a:prstGeom prst="rect">
            <a:avLst/>
          </a:prstGeom>
        </p:spPr>
        <p:txBody>
          <a:bodyPr spcFirstLastPara="1" wrap="square" lIns="91425" tIns="91425" rIns="91425" bIns="91425" anchor="b" anchorCtr="0">
            <a:noAutofit/>
          </a:bodyPr>
          <a:lstStyle/>
          <a:p>
            <a:pPr lvl="0" algn="l"/>
            <a:r>
              <a:rPr lang="ru-RU" sz="2400" b="1" dirty="0" err="1">
                <a:solidFill>
                  <a:srgbClr val="27414E"/>
                </a:solidFill>
              </a:rPr>
              <a:t>Програмна</a:t>
            </a:r>
            <a:r>
              <a:rPr lang="ru-RU" sz="2400" b="1">
                <a:solidFill>
                  <a:srgbClr val="27414E"/>
                </a:solidFill>
              </a:rPr>
              <a:t> система для управління замовленнями та обслуговування клієнтів хімчистки</a:t>
            </a:r>
            <a:endParaRPr lang="ru-RU" sz="2400" b="1"/>
          </a:p>
        </p:txBody>
      </p:sp>
      <p:sp>
        <p:nvSpPr>
          <p:cNvPr id="63" name="Google Shape;63;p13"/>
          <p:cNvSpPr txBox="1">
            <a:spLocks noGrp="1"/>
          </p:cNvSpPr>
          <p:nvPr>
            <p:ph type="subTitle" idx="1"/>
          </p:nvPr>
        </p:nvSpPr>
        <p:spPr>
          <a:xfrm>
            <a:off x="2028300" y="3337252"/>
            <a:ext cx="5087400" cy="1532700"/>
          </a:xfrm>
          <a:prstGeom prst="rect">
            <a:avLst/>
          </a:prstGeom>
        </p:spPr>
        <p:txBody>
          <a:bodyPr spcFirstLastPara="1" wrap="square" lIns="91425" tIns="91425" rIns="91425" bIns="91425" anchor="t" anchorCtr="0">
            <a:normAutofit fontScale="85000" lnSpcReduction="20000"/>
          </a:bodyPr>
          <a:lstStyle/>
          <a:p>
            <a:pPr marL="0" lvl="0" indent="0" algn="ctr" rtl="0">
              <a:spcBef>
                <a:spcPts val="0"/>
              </a:spcBef>
              <a:spcAft>
                <a:spcPts val="0"/>
              </a:spcAft>
              <a:buNone/>
            </a:pPr>
            <a:endParaRPr dirty="0"/>
          </a:p>
          <a:p>
            <a:pPr marL="0" lvl="0" indent="0" algn="l" rtl="0">
              <a:spcBef>
                <a:spcPts val="0"/>
              </a:spcBef>
              <a:spcAft>
                <a:spcPts val="0"/>
              </a:spcAft>
              <a:buNone/>
            </a:pPr>
            <a:r>
              <a:rPr lang="uk-UA" dirty="0"/>
              <a:t>Бут Анна Юріївна, ПЗПІ-23-8 </a:t>
            </a:r>
          </a:p>
          <a:p>
            <a:pPr marL="0" lvl="0" indent="0" algn="l"/>
            <a:r>
              <a:rPr lang="uk" dirty="0"/>
              <a:t>Керівник: доц. кафедри ПІ Кравець Н. С</a:t>
            </a:r>
            <a:endParaRPr lang="uk-UA" dirty="0"/>
          </a:p>
          <a:p>
            <a:pPr marL="0" lvl="0" indent="0" algn="ctr" rtl="0">
              <a:spcBef>
                <a:spcPts val="0"/>
              </a:spcBef>
              <a:spcAft>
                <a:spcPts val="0"/>
              </a:spcAft>
              <a:buNone/>
            </a:pPr>
            <a:endParaRPr dirty="0"/>
          </a:p>
          <a:p>
            <a:pPr marL="0" lvl="0" indent="0" algn="ctr" rtl="0">
              <a:spcBef>
                <a:spcPts val="0"/>
              </a:spcBef>
              <a:spcAft>
                <a:spcPts val="0"/>
              </a:spcAft>
              <a:buNone/>
            </a:pPr>
            <a:endParaRPr dirty="0"/>
          </a:p>
          <a:p>
            <a:pPr marL="0" lvl="0" indent="0" algn="ctr" rtl="0">
              <a:spcBef>
                <a:spcPts val="0"/>
              </a:spcBef>
              <a:spcAft>
                <a:spcPts val="0"/>
              </a:spcAft>
              <a:buNone/>
            </a:pPr>
            <a:r>
              <a:rPr lang="uk" i="1" dirty="0"/>
              <a:t>10 червня 2026</a:t>
            </a:r>
            <a:endParaRPr i="1" dirty="0"/>
          </a:p>
        </p:txBody>
      </p:sp>
      <p:pic>
        <p:nvPicPr>
          <p:cNvPr id="64" name="Google Shape;64;p13"/>
          <p:cNvPicPr preferRelativeResize="0"/>
          <p:nvPr/>
        </p:nvPicPr>
        <p:blipFill>
          <a:blip r:embed="rId3">
            <a:alphaModFix/>
          </a:blip>
          <a:stretch>
            <a:fillRect/>
          </a:stretch>
        </p:blipFill>
        <p:spPr>
          <a:xfrm>
            <a:off x="268925" y="4359500"/>
            <a:ext cx="862250" cy="581750"/>
          </a:xfrm>
          <a:prstGeom prst="rect">
            <a:avLst/>
          </a:prstGeom>
          <a:noFill/>
          <a:ln>
            <a:noFill/>
          </a:ln>
        </p:spPr>
      </p:pic>
      <p:pic>
        <p:nvPicPr>
          <p:cNvPr id="65" name="Google Shape;65;p13"/>
          <p:cNvPicPr preferRelativeResize="0"/>
          <p:nvPr/>
        </p:nvPicPr>
        <p:blipFill>
          <a:blip r:embed="rId4">
            <a:alphaModFix/>
          </a:blip>
          <a:stretch>
            <a:fillRect/>
          </a:stretch>
        </p:blipFill>
        <p:spPr>
          <a:xfrm>
            <a:off x="204725" y="170825"/>
            <a:ext cx="2133975" cy="389775"/>
          </a:xfrm>
          <a:prstGeom prst="rect">
            <a:avLst/>
          </a:prstGeom>
          <a:noFill/>
          <a:ln>
            <a:noFill/>
          </a:ln>
        </p:spPr>
      </p:pic>
      <p:pic>
        <p:nvPicPr>
          <p:cNvPr id="66" name="Google Shape;66;p13"/>
          <p:cNvPicPr preferRelativeResize="0"/>
          <p:nvPr/>
        </p:nvPicPr>
        <p:blipFill>
          <a:blip r:embed="rId5">
            <a:alphaModFix/>
          </a:blip>
          <a:stretch>
            <a:fillRect/>
          </a:stretch>
        </p:blipFill>
        <p:spPr>
          <a:xfrm>
            <a:off x="7068504" y="170825"/>
            <a:ext cx="1924921" cy="43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4"/>
          <p:cNvSpPr txBox="1">
            <a:spLocks noGrp="1"/>
          </p:cNvSpPr>
          <p:nvPr>
            <p:ph type="title"/>
          </p:nvPr>
        </p:nvSpPr>
        <p:spPr>
          <a:xfrm>
            <a:off x="311700" y="0"/>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UA" sz="3200" noProof="0" dirty="0"/>
              <a:t>Мета роботи</a:t>
            </a:r>
          </a:p>
        </p:txBody>
      </p:sp>
      <p:sp>
        <p:nvSpPr>
          <p:cNvPr id="72" name="Google Shape;72;p14"/>
          <p:cNvSpPr txBox="1">
            <a:spLocks noGrp="1"/>
          </p:cNvSpPr>
          <p:nvPr>
            <p:ph type="body" idx="1"/>
          </p:nvPr>
        </p:nvSpPr>
        <p:spPr>
          <a:xfrm>
            <a:off x="311700" y="1005500"/>
            <a:ext cx="8520600" cy="3354000"/>
          </a:xfrm>
          <a:prstGeom prst="rect">
            <a:avLst/>
          </a:prstGeom>
        </p:spPr>
        <p:txBody>
          <a:bodyPr spcFirstLastPara="1" wrap="square" lIns="91425" tIns="91425" rIns="91425" bIns="91425" anchor="t" anchorCtr="0">
            <a:normAutofit fontScale="92500" lnSpcReduction="20000"/>
          </a:bodyPr>
          <a:lstStyle/>
          <a:p>
            <a:r>
              <a:rPr lang="uk-UA" i="1" noProof="0" dirty="0"/>
              <a:t>Метою роботи </a:t>
            </a:r>
            <a:r>
              <a:rPr lang="uk-UA" noProof="0" dirty="0"/>
              <a:t>є розробка програмної системи управління замовленнями та обслуговування клієнтів хімчистки, яка автоматизує повний цикл надання послуг –  від консультації клієнта і оформлення замовлення до контролю виконання, кур'єрської доставки та формування фінансової звітності.</a:t>
            </a:r>
          </a:p>
          <a:p>
            <a:pPr marL="114300" indent="0">
              <a:buNone/>
            </a:pPr>
            <a:endParaRPr lang="uk-UA" noProof="0" dirty="0"/>
          </a:p>
          <a:p>
            <a:r>
              <a:rPr lang="uk-UA" i="1" noProof="0" dirty="0"/>
              <a:t>Актуальність роботи </a:t>
            </a:r>
            <a:r>
              <a:rPr lang="uk-UA" noProof="0" dirty="0"/>
              <a:t>зумовлена відсутністю доступних спеціалізованих програмних рішень для автоматизації мереж хімчисток з підтримкою сучасних технологій штучного інтелекту. Існуючі універсальні системи управління замовленнями не враховують специфіку галузі. Інтеграція ШІ-асистента для консультування клієнтів є інноваційним підходом, що значно підвищує рівень сервісу і знижує навантаження на персонал.</a:t>
            </a:r>
          </a:p>
          <a:p>
            <a:pPr marL="0" lvl="0" indent="0" algn="l" rtl="0">
              <a:spcBef>
                <a:spcPts val="1200"/>
              </a:spcBef>
              <a:spcAft>
                <a:spcPts val="1200"/>
              </a:spcAft>
              <a:buNone/>
            </a:pPr>
            <a:endParaRPr lang="uk-UA" noProof="0" dirty="0">
              <a:latin typeface="Economica" panose="020B0604020202020204" charset="0"/>
            </a:endParaRPr>
          </a:p>
        </p:txBody>
      </p:sp>
      <p:pic>
        <p:nvPicPr>
          <p:cNvPr id="73" name="Google Shape;73;p14"/>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893E68CA-DEF7-D32D-BFB6-7B402335F4C7}"/>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noProof="0" smtClean="0"/>
              <a:t>2</a:t>
            </a:fld>
            <a:endParaRPr lang="uk-UA"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89F5E36A-54E2-8C66-7256-12D07CDA1FEA}"/>
            </a:ext>
          </a:extLst>
        </p:cNvPr>
        <p:cNvGrpSpPr/>
        <p:nvPr/>
      </p:nvGrpSpPr>
      <p:grpSpPr>
        <a:xfrm>
          <a:off x="0" y="0"/>
          <a:ext cx="0" cy="0"/>
          <a:chOff x="0" y="0"/>
          <a:chExt cx="0" cy="0"/>
        </a:xfrm>
      </p:grpSpPr>
      <p:sp>
        <p:nvSpPr>
          <p:cNvPr id="78" name="Google Shape;78;p15">
            <a:extLst>
              <a:ext uri="{FF2B5EF4-FFF2-40B4-BE49-F238E27FC236}">
                <a16:creationId xmlns:a16="http://schemas.microsoft.com/office/drawing/2014/main" id="{17FD20D3-B419-C50E-EAB9-7020466F5551}"/>
              </a:ext>
            </a:extLst>
          </p:cNvPr>
          <p:cNvSpPr txBox="1">
            <a:spLocks noGrp="1"/>
          </p:cNvSpPr>
          <p:nvPr>
            <p:ph type="title"/>
          </p:nvPr>
        </p:nvSpPr>
        <p:spPr>
          <a:xfrm>
            <a:off x="311700" y="240976"/>
            <a:ext cx="8520600" cy="831300"/>
          </a:xfrm>
          <a:prstGeom prst="rect">
            <a:avLst/>
          </a:prstGeom>
        </p:spPr>
        <p:txBody>
          <a:bodyPr spcFirstLastPara="1" wrap="square" lIns="91425" tIns="91425" rIns="91425" bIns="91425" anchor="b" anchorCtr="0">
            <a:normAutofit/>
          </a:bodyPr>
          <a:lstStyle/>
          <a:p>
            <a:pPr lvl="0"/>
            <a:r>
              <a:rPr lang="uk-UA" sz="3200" noProof="1"/>
              <a:t>Аналіз аналога: система Laundryheap</a:t>
            </a:r>
          </a:p>
        </p:txBody>
      </p:sp>
      <p:sp>
        <p:nvSpPr>
          <p:cNvPr id="79" name="Google Shape;79;p15">
            <a:extLst>
              <a:ext uri="{FF2B5EF4-FFF2-40B4-BE49-F238E27FC236}">
                <a16:creationId xmlns:a16="http://schemas.microsoft.com/office/drawing/2014/main" id="{E14D0B97-2D8D-641A-84F5-5F98AAC763D5}"/>
              </a:ext>
            </a:extLst>
          </p:cNvPr>
          <p:cNvSpPr txBox="1">
            <a:spLocks noGrp="1"/>
          </p:cNvSpPr>
          <p:nvPr>
            <p:ph type="body" idx="1"/>
          </p:nvPr>
        </p:nvSpPr>
        <p:spPr>
          <a:xfrm>
            <a:off x="311700" y="973283"/>
            <a:ext cx="5063863" cy="998343"/>
          </a:xfrm>
          <a:prstGeom prst="rect">
            <a:avLst/>
          </a:prstGeom>
        </p:spPr>
        <p:txBody>
          <a:bodyPr spcFirstLastPara="1" wrap="square" lIns="91425" tIns="91425" rIns="91425" bIns="91425" anchor="t" anchorCtr="0">
            <a:noAutofit/>
          </a:bodyPr>
          <a:lstStyle/>
          <a:p>
            <a:pPr marL="0" lvl="0" indent="0">
              <a:spcBef>
                <a:spcPts val="1500"/>
              </a:spcBef>
              <a:buNone/>
            </a:pPr>
            <a:r>
              <a:rPr lang="uk-UA" sz="1200" noProof="1">
                <a:solidFill>
                  <a:schemeClr val="tx1"/>
                </a:solidFill>
                <a:highlight>
                  <a:srgbClr val="FFFFFF"/>
                </a:highlight>
              </a:rPr>
              <a:t>Система Laundryheap є міжнародним сервісом для замовлення послуг хімчистки та прання з доставкою додому, що дозволяє клієнтам відстежувати статус виконання. </a:t>
            </a:r>
            <a:endParaRPr lang="uk-UA" sz="1200" noProof="1">
              <a:solidFill>
                <a:schemeClr val="tx1"/>
              </a:solidFill>
              <a:highlight>
                <a:srgbClr val="FFFFFF"/>
              </a:highlight>
              <a:latin typeface="Economica" panose="020B0604020202020204" charset="0"/>
            </a:endParaRPr>
          </a:p>
          <a:p>
            <a:pPr marL="0" lvl="0" indent="0" algn="l" rtl="0">
              <a:spcBef>
                <a:spcPts val="1500"/>
              </a:spcBef>
              <a:spcAft>
                <a:spcPts val="1200"/>
              </a:spcAft>
              <a:buNone/>
            </a:pPr>
            <a:endParaRPr lang="uk-UA" sz="1200" noProof="1"/>
          </a:p>
        </p:txBody>
      </p:sp>
      <p:pic>
        <p:nvPicPr>
          <p:cNvPr id="80" name="Google Shape;80;p15">
            <a:extLst>
              <a:ext uri="{FF2B5EF4-FFF2-40B4-BE49-F238E27FC236}">
                <a16:creationId xmlns:a16="http://schemas.microsoft.com/office/drawing/2014/main" id="{F0049CCB-A1A6-48C7-516D-17E417CBC060}"/>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5F514DAB-5B40-3296-886D-DC0478537B4F}"/>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noProof="1" smtClean="0"/>
              <a:t>3</a:t>
            </a:fld>
            <a:endParaRPr lang="uk-UA" noProof="1"/>
          </a:p>
        </p:txBody>
      </p:sp>
      <p:pic>
        <p:nvPicPr>
          <p:cNvPr id="3" name="Рисунок 2" descr="Apply to Laundryheap (Fountain)">
            <a:extLst>
              <a:ext uri="{FF2B5EF4-FFF2-40B4-BE49-F238E27FC236}">
                <a16:creationId xmlns:a16="http://schemas.microsoft.com/office/drawing/2014/main" id="{DA059ACC-EE8F-EED8-D59E-81E9084BBA99}"/>
              </a:ext>
            </a:extLst>
          </p:cNvPr>
          <p:cNvPicPr>
            <a:picLocks noChangeAspect="1"/>
          </p:cNvPicPr>
          <p:nvPr/>
        </p:nvPicPr>
        <p:blipFill>
          <a:blip r:embed="rId4"/>
          <a:stretch>
            <a:fillRect/>
          </a:stretch>
        </p:blipFill>
        <p:spPr>
          <a:xfrm>
            <a:off x="5661888" y="1041322"/>
            <a:ext cx="2579506" cy="1374050"/>
          </a:xfrm>
          <a:prstGeom prst="rect">
            <a:avLst/>
          </a:prstGeom>
        </p:spPr>
      </p:pic>
      <p:pic>
        <p:nvPicPr>
          <p:cNvPr id="4" name="Рисунок 3" descr="Discount Voucher from Laundryheap for only AED 7! | Cobone Offers">
            <a:extLst>
              <a:ext uri="{FF2B5EF4-FFF2-40B4-BE49-F238E27FC236}">
                <a16:creationId xmlns:a16="http://schemas.microsoft.com/office/drawing/2014/main" id="{7F7E9070-580E-80C5-2FA3-6BC118A92CAE}"/>
              </a:ext>
            </a:extLst>
          </p:cNvPr>
          <p:cNvPicPr>
            <a:picLocks noChangeAspect="1"/>
          </p:cNvPicPr>
          <p:nvPr/>
        </p:nvPicPr>
        <p:blipFill>
          <a:blip r:embed="rId5"/>
          <a:stretch>
            <a:fillRect/>
          </a:stretch>
        </p:blipFill>
        <p:spPr>
          <a:xfrm>
            <a:off x="5488706" y="2341548"/>
            <a:ext cx="2925870" cy="1828669"/>
          </a:xfrm>
          <a:prstGeom prst="rect">
            <a:avLst/>
          </a:prstGeom>
        </p:spPr>
      </p:pic>
      <p:sp>
        <p:nvSpPr>
          <p:cNvPr id="8" name="TextBox 7">
            <a:extLst>
              <a:ext uri="{FF2B5EF4-FFF2-40B4-BE49-F238E27FC236}">
                <a16:creationId xmlns:a16="http://schemas.microsoft.com/office/drawing/2014/main" id="{FAB41BA5-3FE3-2606-98AA-7DB29B74B100}"/>
              </a:ext>
            </a:extLst>
          </p:cNvPr>
          <p:cNvSpPr txBox="1"/>
          <p:nvPr/>
        </p:nvSpPr>
        <p:spPr>
          <a:xfrm>
            <a:off x="414593" y="2100335"/>
            <a:ext cx="4572000" cy="1231106"/>
          </a:xfrm>
          <a:prstGeom prst="rect">
            <a:avLst/>
          </a:prstGeom>
          <a:ln w="19050"/>
        </p:spPr>
        <p:style>
          <a:lnRef idx="2">
            <a:schemeClr val="dk1"/>
          </a:lnRef>
          <a:fillRef idx="1">
            <a:schemeClr val="lt1"/>
          </a:fillRef>
          <a:effectRef idx="0">
            <a:schemeClr val="dk1"/>
          </a:effectRef>
          <a:fontRef idx="minor">
            <a:schemeClr val="dk1"/>
          </a:fontRef>
        </p:style>
        <p:txBody>
          <a:bodyPr wrap="square">
            <a:spAutoFit/>
          </a:bodyPr>
          <a:lstStyle/>
          <a:p>
            <a:pPr lvl="0"/>
            <a:r>
              <a:rPr lang="uk-UA" sz="1400" b="1" noProof="1">
                <a:ln w="0"/>
                <a:solidFill>
                  <a:schemeClr val="tx1"/>
                </a:solidFill>
                <a:latin typeface="Open Sans" panose="020B0606030504020204" pitchFamily="34" charset="0"/>
                <a:ea typeface="Open Sans" panose="020B0606030504020204" pitchFamily="34" charset="0"/>
                <a:cs typeface="Open Sans" panose="020B0606030504020204" pitchFamily="34" charset="0"/>
              </a:rPr>
              <a:t>Недоліки:</a:t>
            </a:r>
          </a:p>
          <a:p>
            <a:pPr marL="285750" lvl="0" indent="-285750">
              <a:buClr>
                <a:srgbClr val="003F3A"/>
              </a:buClr>
              <a:buFont typeface="Wingdings" panose="05000000000000000000" pitchFamily="2" charset="2"/>
              <a:buChar char="§"/>
            </a:pPr>
            <a:r>
              <a:rPr lang="uk-UA" sz="1200" noProof="1">
                <a:latin typeface="Open Sans" panose="020B0606030504020204" pitchFamily="34" charset="0"/>
                <a:ea typeface="Open Sans" panose="020B0606030504020204" pitchFamily="34" charset="0"/>
                <a:cs typeface="Open Sans" panose="020B0606030504020204" pitchFamily="34" charset="0"/>
              </a:rPr>
              <a:t>відсутність інструментів для управління внутрішніми процесами хімчистки;</a:t>
            </a:r>
          </a:p>
          <a:p>
            <a:pPr marL="285750" lvl="0" indent="-285750">
              <a:buClr>
                <a:srgbClr val="003F3A"/>
              </a:buClr>
              <a:buFont typeface="Wingdings" panose="05000000000000000000" pitchFamily="2" charset="2"/>
              <a:buChar char="§"/>
            </a:pPr>
            <a:r>
              <a:rPr lang="uk-UA" sz="1200" noProof="1">
                <a:latin typeface="Open Sans" panose="020B0606030504020204" pitchFamily="34" charset="0"/>
                <a:ea typeface="Open Sans" panose="020B0606030504020204" pitchFamily="34" charset="0"/>
                <a:cs typeface="Open Sans" panose="020B0606030504020204" pitchFamily="34" charset="0"/>
              </a:rPr>
              <a:t>сервіс орієнтований на кінцевого споживача, а не на автоматизацію роботи підприємства;</a:t>
            </a:r>
          </a:p>
          <a:p>
            <a:pPr marL="285750" lvl="0" indent="-285750">
              <a:buClr>
                <a:srgbClr val="003F3A"/>
              </a:buClr>
              <a:buFont typeface="Wingdings" panose="05000000000000000000" pitchFamily="2" charset="2"/>
              <a:buChar char="§"/>
            </a:pPr>
            <a:r>
              <a:rPr lang="uk-UA" sz="1200" noProof="1">
                <a:latin typeface="Open Sans" panose="020B0606030504020204" pitchFamily="34" charset="0"/>
                <a:ea typeface="Open Sans" panose="020B0606030504020204" pitchFamily="34" charset="0"/>
                <a:cs typeface="Open Sans" panose="020B0606030504020204" pitchFamily="34" charset="0"/>
              </a:rPr>
              <a:t>висока комісія за використання платформи.</a:t>
            </a:r>
          </a:p>
        </p:txBody>
      </p:sp>
    </p:spTree>
    <p:extLst>
      <p:ext uri="{BB962C8B-B14F-4D97-AF65-F5344CB8AC3E}">
        <p14:creationId xmlns:p14="http://schemas.microsoft.com/office/powerpoint/2010/main" val="2816964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311700" y="153037"/>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 sz="3200" dirty="0"/>
              <a:t>Аналіз аналога</a:t>
            </a:r>
            <a:r>
              <a:rPr lang="en-US" sz="3200" dirty="0"/>
              <a:t>: </a:t>
            </a:r>
            <a:r>
              <a:rPr lang="uk" sz="3200" dirty="0"/>
              <a:t>хімчистка </a:t>
            </a:r>
            <a:r>
              <a:rPr lang="en-US" sz="3200" dirty="0"/>
              <a:t>Mink</a:t>
            </a:r>
            <a:endParaRPr sz="3200" dirty="0"/>
          </a:p>
        </p:txBody>
      </p:sp>
      <p:sp>
        <p:nvSpPr>
          <p:cNvPr id="79" name="Google Shape;79;p15"/>
          <p:cNvSpPr txBox="1">
            <a:spLocks noGrp="1"/>
          </p:cNvSpPr>
          <p:nvPr>
            <p:ph type="body" idx="1"/>
          </p:nvPr>
        </p:nvSpPr>
        <p:spPr>
          <a:xfrm>
            <a:off x="415595" y="1930642"/>
            <a:ext cx="4800627" cy="1655500"/>
          </a:xfrm>
          <a:prstGeom prst="rect">
            <a:avLst/>
          </a:prstGeom>
          <a:ln w="19050">
            <a:solidFill>
              <a:schemeClr val="tx1"/>
            </a:solidFill>
          </a:ln>
        </p:spPr>
        <p:txBody>
          <a:bodyPr spcFirstLastPara="1" wrap="square" lIns="91425" tIns="91425" rIns="91425" bIns="91425" anchor="t" anchorCtr="0">
            <a:normAutofit lnSpcReduction="10000"/>
          </a:bodyPr>
          <a:lstStyle/>
          <a:p>
            <a:pPr marL="114300" indent="0">
              <a:buNone/>
            </a:pPr>
            <a:r>
              <a:rPr lang="uk-UA" sz="1400" b="1" dirty="0">
                <a:solidFill>
                  <a:schemeClr val="tx1"/>
                </a:solidFill>
              </a:rPr>
              <a:t>Недоліки:</a:t>
            </a:r>
            <a:endParaRPr lang="en-US" sz="1400" dirty="0">
              <a:solidFill>
                <a:schemeClr val="tx1"/>
              </a:solidFill>
            </a:endParaRPr>
          </a:p>
          <a:p>
            <a:pPr>
              <a:buClr>
                <a:srgbClr val="003F3A"/>
              </a:buClr>
              <a:buFont typeface="Wingdings" panose="05000000000000000000" pitchFamily="2" charset="2"/>
              <a:buChar char="§"/>
            </a:pPr>
            <a:r>
              <a:rPr lang="uk-UA" sz="1200" dirty="0"/>
              <a:t>відсутність відкритих інструментів для управління внутрішніми процесами;</a:t>
            </a:r>
            <a:endParaRPr lang="en-US" sz="1200" dirty="0"/>
          </a:p>
          <a:p>
            <a:pPr>
              <a:buClr>
                <a:srgbClr val="003F3A"/>
              </a:buClr>
              <a:buFont typeface="Wingdings" panose="05000000000000000000" pitchFamily="2" charset="2"/>
              <a:buChar char="§"/>
            </a:pPr>
            <a:r>
              <a:rPr lang="uk-UA" sz="1200" dirty="0"/>
              <a:t>обмежений функціонал для контролю виконання замовлень;</a:t>
            </a:r>
            <a:endParaRPr lang="en-US" sz="1200" dirty="0"/>
          </a:p>
          <a:p>
            <a:pPr>
              <a:buClr>
                <a:srgbClr val="003F3A"/>
              </a:buClr>
              <a:buFont typeface="Wingdings" panose="05000000000000000000" pitchFamily="2" charset="2"/>
              <a:buChar char="§"/>
            </a:pPr>
            <a:r>
              <a:rPr lang="uk-UA" sz="1200" dirty="0"/>
              <a:t>відсутність системи обліку матеріалів і витрат;</a:t>
            </a:r>
            <a:endParaRPr lang="en-US" sz="1200" dirty="0"/>
          </a:p>
          <a:p>
            <a:pPr>
              <a:buClr>
                <a:srgbClr val="003F3A"/>
              </a:buClr>
              <a:buFont typeface="Wingdings" panose="05000000000000000000" pitchFamily="2" charset="2"/>
              <a:buChar char="§"/>
            </a:pPr>
            <a:r>
              <a:rPr lang="uk-UA" sz="1200" dirty="0"/>
              <a:t>обмежені можливості аналітики.</a:t>
            </a:r>
          </a:p>
          <a:p>
            <a:pPr marL="114300" indent="0">
              <a:buNone/>
            </a:pPr>
            <a:endParaRPr lang="uk-UA" sz="1600" dirty="0"/>
          </a:p>
          <a:p>
            <a:pPr marL="0" lvl="0" indent="0" algn="l" rtl="0">
              <a:spcBef>
                <a:spcPts val="1500"/>
              </a:spcBef>
              <a:spcAft>
                <a:spcPts val="1200"/>
              </a:spcAft>
              <a:buNone/>
            </a:pPr>
            <a:endParaRPr dirty="0"/>
          </a:p>
        </p:txBody>
      </p:sp>
      <p:pic>
        <p:nvPicPr>
          <p:cNvPr id="80" name="Google Shape;80;p15"/>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6B62475D-5E0B-A5AC-3922-2970FC56A64D}"/>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4</a:t>
            </a:fld>
            <a:endParaRPr lang="uk-UA" dirty="0"/>
          </a:p>
        </p:txBody>
      </p:sp>
      <p:pic>
        <p:nvPicPr>
          <p:cNvPr id="3" name="Рисунок 2" descr="MINK - Хімчистка: перша онлайн хімчистка, ремонт одягу, взуття">
            <a:extLst>
              <a:ext uri="{FF2B5EF4-FFF2-40B4-BE49-F238E27FC236}">
                <a16:creationId xmlns:a16="http://schemas.microsoft.com/office/drawing/2014/main" id="{47E14EC4-ADDA-90C6-ED2E-01E778917471}"/>
              </a:ext>
            </a:extLst>
          </p:cNvPr>
          <p:cNvPicPr>
            <a:picLocks noChangeAspect="1"/>
          </p:cNvPicPr>
          <p:nvPr/>
        </p:nvPicPr>
        <p:blipFill>
          <a:blip r:embed="rId4"/>
          <a:stretch>
            <a:fillRect/>
          </a:stretch>
        </p:blipFill>
        <p:spPr>
          <a:xfrm>
            <a:off x="5701146" y="1499755"/>
            <a:ext cx="2844077" cy="1444611"/>
          </a:xfrm>
          <a:prstGeom prst="rect">
            <a:avLst/>
          </a:prstGeom>
        </p:spPr>
      </p:pic>
      <p:sp>
        <p:nvSpPr>
          <p:cNvPr id="4" name="TextBox 3">
            <a:extLst>
              <a:ext uri="{FF2B5EF4-FFF2-40B4-BE49-F238E27FC236}">
                <a16:creationId xmlns:a16="http://schemas.microsoft.com/office/drawing/2014/main" id="{455BAC9A-3D7F-3D9F-6238-F957384A1C32}"/>
              </a:ext>
            </a:extLst>
          </p:cNvPr>
          <p:cNvSpPr txBox="1"/>
          <p:nvPr/>
        </p:nvSpPr>
        <p:spPr>
          <a:xfrm>
            <a:off x="311700" y="1068868"/>
            <a:ext cx="5008418" cy="861774"/>
          </a:xfrm>
          <a:prstGeom prst="rect">
            <a:avLst/>
          </a:prstGeom>
          <a:noFill/>
        </p:spPr>
        <p:txBody>
          <a:bodyPr wrap="square" rtlCol="0">
            <a:spAutoFit/>
          </a:bodyPr>
          <a:lstStyle/>
          <a:p>
            <a:r>
              <a:rPr lang="uk-UA" sz="1200" dirty="0">
                <a:solidFill>
                  <a:schemeClr val="tx1"/>
                </a:solidFill>
                <a:latin typeface="Open Sans" panose="020B0606030504020204" pitchFamily="34" charset="0"/>
                <a:ea typeface="Open Sans" panose="020B0606030504020204" pitchFamily="34" charset="0"/>
                <a:cs typeface="Open Sans" panose="020B0606030504020204" pitchFamily="34" charset="0"/>
              </a:rPr>
              <a:t>Сервіс надає можливість оформлювати замовлення подібно до інтернет-магазину – користувач може обрати тип доставки, додати коментар до замовлення та залишити контактні дані. </a:t>
            </a:r>
          </a:p>
          <a:p>
            <a:endParaRPr lang="uk-UA"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59BAA119-F41E-A988-E70C-76A49D0D602E}"/>
            </a:ext>
          </a:extLst>
        </p:cNvPr>
        <p:cNvGrpSpPr/>
        <p:nvPr/>
      </p:nvGrpSpPr>
      <p:grpSpPr>
        <a:xfrm>
          <a:off x="0" y="0"/>
          <a:ext cx="0" cy="0"/>
          <a:chOff x="0" y="0"/>
          <a:chExt cx="0" cy="0"/>
        </a:xfrm>
      </p:grpSpPr>
      <p:sp>
        <p:nvSpPr>
          <p:cNvPr id="78" name="Google Shape;78;p15">
            <a:extLst>
              <a:ext uri="{FF2B5EF4-FFF2-40B4-BE49-F238E27FC236}">
                <a16:creationId xmlns:a16="http://schemas.microsoft.com/office/drawing/2014/main" id="{63C8A7B2-1572-9A1D-C921-89C36C217BCA}"/>
              </a:ext>
            </a:extLst>
          </p:cNvPr>
          <p:cNvSpPr txBox="1">
            <a:spLocks noGrp="1"/>
          </p:cNvSpPr>
          <p:nvPr>
            <p:ph type="title"/>
          </p:nvPr>
        </p:nvSpPr>
        <p:spPr>
          <a:xfrm>
            <a:off x="398410" y="229374"/>
            <a:ext cx="8520600" cy="831300"/>
          </a:xfrm>
          <a:prstGeom prst="rect">
            <a:avLst/>
          </a:prstGeom>
        </p:spPr>
        <p:txBody>
          <a:bodyPr spcFirstLastPara="1" wrap="square" lIns="91425" tIns="91425" rIns="91425" bIns="91425" anchor="b" anchorCtr="0">
            <a:normAutofit/>
          </a:bodyPr>
          <a:lstStyle/>
          <a:p>
            <a:pPr lvl="0"/>
            <a:r>
              <a:rPr lang="uk-UA" sz="3200" noProof="1"/>
              <a:t>Аналіз аналога: платформа </a:t>
            </a:r>
            <a:r>
              <a:rPr lang="uk-UA" sz="3200" noProof="1">
                <a:highlight>
                  <a:srgbClr val="FFFFFF"/>
                </a:highlight>
              </a:rPr>
              <a:t>CleanCloud</a:t>
            </a:r>
            <a:endParaRPr lang="uk-UA" sz="3200" noProof="1"/>
          </a:p>
        </p:txBody>
      </p:sp>
      <p:sp>
        <p:nvSpPr>
          <p:cNvPr id="79" name="Google Shape;79;p15">
            <a:extLst>
              <a:ext uri="{FF2B5EF4-FFF2-40B4-BE49-F238E27FC236}">
                <a16:creationId xmlns:a16="http://schemas.microsoft.com/office/drawing/2014/main" id="{6120C9D0-70B7-3A70-B086-2128A52C110F}"/>
              </a:ext>
            </a:extLst>
          </p:cNvPr>
          <p:cNvSpPr txBox="1">
            <a:spLocks noGrp="1"/>
          </p:cNvSpPr>
          <p:nvPr>
            <p:ph type="body" idx="1"/>
          </p:nvPr>
        </p:nvSpPr>
        <p:spPr>
          <a:xfrm>
            <a:off x="398410" y="953615"/>
            <a:ext cx="4883753" cy="1415772"/>
          </a:xfrm>
          <a:prstGeom prst="rect">
            <a:avLst/>
          </a:prstGeom>
        </p:spPr>
        <p:txBody>
          <a:bodyPr spcFirstLastPara="1" wrap="square" lIns="91425" tIns="91425" rIns="91425" bIns="91425" anchor="t" anchorCtr="0">
            <a:noAutofit/>
          </a:bodyPr>
          <a:lstStyle/>
          <a:p>
            <a:pPr marL="0" lvl="0" indent="0">
              <a:spcBef>
                <a:spcPts val="1500"/>
              </a:spcBef>
              <a:buNone/>
            </a:pPr>
            <a:r>
              <a:rPr lang="uk-UA" sz="1200" noProof="1">
                <a:highlight>
                  <a:srgbClr val="FFFFFF"/>
                </a:highlight>
              </a:rPr>
              <a:t>Платформа CleanCloud розроблена спеціально для хімчисток та суміжних сервісів. Вона дозволяє створювати замовлення, додавати клієнтів вручну, вести облік послуг, керувати статусами замовлень та здійснювати контроль роботи персоналу.</a:t>
            </a:r>
          </a:p>
        </p:txBody>
      </p:sp>
      <p:pic>
        <p:nvPicPr>
          <p:cNvPr id="80" name="Google Shape;80;p15">
            <a:extLst>
              <a:ext uri="{FF2B5EF4-FFF2-40B4-BE49-F238E27FC236}">
                <a16:creationId xmlns:a16="http://schemas.microsoft.com/office/drawing/2014/main" id="{FE318C16-E29B-594A-6648-A27FE976F04F}"/>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32F99319-B4AE-5F55-6851-AB1093165B0B}"/>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noProof="1" smtClean="0"/>
              <a:t>5</a:t>
            </a:fld>
            <a:endParaRPr lang="uk-UA" noProof="1"/>
          </a:p>
        </p:txBody>
      </p:sp>
      <p:pic>
        <p:nvPicPr>
          <p:cNvPr id="3" name="Рисунок 2" descr="CleanCloud Celebrates Major Growth Milestones As Business Enters 10th Year  | CleanCloud Blog">
            <a:extLst>
              <a:ext uri="{FF2B5EF4-FFF2-40B4-BE49-F238E27FC236}">
                <a16:creationId xmlns:a16="http://schemas.microsoft.com/office/drawing/2014/main" id="{77BAE1CF-6EDC-371F-08C6-94AE5B680294}"/>
              </a:ext>
            </a:extLst>
          </p:cNvPr>
          <p:cNvPicPr>
            <a:picLocks noChangeAspect="1"/>
          </p:cNvPicPr>
          <p:nvPr/>
        </p:nvPicPr>
        <p:blipFill>
          <a:blip r:embed="rId4"/>
          <a:stretch>
            <a:fillRect/>
          </a:stretch>
        </p:blipFill>
        <p:spPr>
          <a:xfrm>
            <a:off x="5396373" y="1539530"/>
            <a:ext cx="3269672" cy="1659714"/>
          </a:xfrm>
          <a:prstGeom prst="rect">
            <a:avLst/>
          </a:prstGeom>
        </p:spPr>
      </p:pic>
      <p:sp>
        <p:nvSpPr>
          <p:cNvPr id="7" name="TextBox 6">
            <a:extLst>
              <a:ext uri="{FF2B5EF4-FFF2-40B4-BE49-F238E27FC236}">
                <a16:creationId xmlns:a16="http://schemas.microsoft.com/office/drawing/2014/main" id="{8F5E3187-6717-BE03-561F-666DF1650FB3}"/>
              </a:ext>
            </a:extLst>
          </p:cNvPr>
          <p:cNvSpPr txBox="1"/>
          <p:nvPr/>
        </p:nvSpPr>
        <p:spPr>
          <a:xfrm>
            <a:off x="477955" y="2491358"/>
            <a:ext cx="4572000" cy="1415772"/>
          </a:xfrm>
          <a:prstGeom prst="rect">
            <a:avLst/>
          </a:prstGeom>
          <a:noFill/>
          <a:ln w="19050">
            <a:solidFill>
              <a:schemeClr val="tx1"/>
            </a:solidFill>
          </a:ln>
        </p:spPr>
        <p:txBody>
          <a:bodyPr wrap="square">
            <a:spAutoFit/>
          </a:bodyPr>
          <a:lstStyle/>
          <a:p>
            <a:pPr lvl="0"/>
            <a:r>
              <a:rPr lang="uk-UA" sz="1400" b="1" noProof="1">
                <a:solidFill>
                  <a:schemeClr val="tx1"/>
                </a:solidFill>
                <a:latin typeface="Open Sans" panose="020B0606030504020204" pitchFamily="34" charset="0"/>
                <a:ea typeface="Open Sans" panose="020B0606030504020204" pitchFamily="34" charset="0"/>
                <a:cs typeface="Open Sans" panose="020B0606030504020204" pitchFamily="34" charset="0"/>
              </a:rPr>
              <a:t>Недоліки:</a:t>
            </a:r>
          </a:p>
          <a:p>
            <a:pPr marL="285750" lvl="0" indent="-285750">
              <a:buClr>
                <a:srgbClr val="003F3A"/>
              </a:buClr>
              <a:buFont typeface="Wingdings" panose="05000000000000000000" pitchFamily="2" charset="2"/>
              <a:buChar char="§"/>
            </a:pPr>
            <a:r>
              <a:rPr lang="uk-UA" sz="1200" noProof="1">
                <a:latin typeface="Open Sans" panose="020B0606030504020204" pitchFamily="34" charset="0"/>
                <a:ea typeface="Open Sans" panose="020B0606030504020204" pitchFamily="34" charset="0"/>
                <a:cs typeface="Open Sans" panose="020B0606030504020204" pitchFamily="34" charset="0"/>
              </a:rPr>
              <a:t>висока вартість підписки;</a:t>
            </a:r>
          </a:p>
          <a:p>
            <a:pPr marL="285750" lvl="0" indent="-285750">
              <a:buClr>
                <a:srgbClr val="003F3A"/>
              </a:buClr>
              <a:buFont typeface="Wingdings" panose="05000000000000000000" pitchFamily="2" charset="2"/>
              <a:buChar char="§"/>
            </a:pPr>
            <a:r>
              <a:rPr lang="uk-UA" sz="1200" noProof="1">
                <a:latin typeface="Open Sans" panose="020B0606030504020204" pitchFamily="34" charset="0"/>
                <a:ea typeface="Open Sans" panose="020B0606030504020204" pitchFamily="34" charset="0"/>
                <a:cs typeface="Open Sans" panose="020B0606030504020204" pitchFamily="34" charset="0"/>
              </a:rPr>
              <a:t>залежність від хмарного сервісу;</a:t>
            </a:r>
          </a:p>
          <a:p>
            <a:pPr marL="285750" lvl="0" indent="-285750">
              <a:buClr>
                <a:srgbClr val="003F3A"/>
              </a:buClr>
              <a:buFont typeface="Wingdings" panose="05000000000000000000" pitchFamily="2" charset="2"/>
              <a:buChar char="§"/>
            </a:pPr>
            <a:r>
              <a:rPr lang="uk-UA" sz="1200" noProof="1">
                <a:latin typeface="Open Sans" panose="020B0606030504020204" pitchFamily="34" charset="0"/>
                <a:ea typeface="Open Sans" panose="020B0606030504020204" pitchFamily="34" charset="0"/>
                <a:cs typeface="Open Sans" panose="020B0606030504020204" pitchFamily="34" charset="0"/>
              </a:rPr>
              <a:t>обмежений функціонал, бо існує можливість лише відслідковування замовлень клієнтів;</a:t>
            </a:r>
          </a:p>
          <a:p>
            <a:pPr marL="285750" lvl="0" indent="-285750">
              <a:buClr>
                <a:srgbClr val="003F3A"/>
              </a:buClr>
              <a:buFont typeface="Wingdings" panose="05000000000000000000" pitchFamily="2" charset="2"/>
              <a:buChar char="§"/>
            </a:pPr>
            <a:r>
              <a:rPr lang="uk-UA" sz="1200" noProof="1">
                <a:latin typeface="Open Sans" panose="020B0606030504020204" pitchFamily="34" charset="0"/>
                <a:ea typeface="Open Sans" panose="020B0606030504020204" pitchFamily="34" charset="0"/>
                <a:cs typeface="Open Sans" panose="020B0606030504020204" pitchFamily="34" charset="0"/>
              </a:rPr>
              <a:t>інтерфейс може бути перевантажений для нових користувачів.</a:t>
            </a:r>
          </a:p>
        </p:txBody>
      </p:sp>
    </p:spTree>
    <p:extLst>
      <p:ext uri="{BB962C8B-B14F-4D97-AF65-F5344CB8AC3E}">
        <p14:creationId xmlns:p14="http://schemas.microsoft.com/office/powerpoint/2010/main" val="2800797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6"/>
          <p:cNvSpPr txBox="1">
            <a:spLocks noGrp="1"/>
          </p:cNvSpPr>
          <p:nvPr>
            <p:ph type="title"/>
          </p:nvPr>
        </p:nvSpPr>
        <p:spPr>
          <a:xfrm>
            <a:off x="406293" y="229374"/>
            <a:ext cx="8520600" cy="831300"/>
          </a:xfrm>
          <a:prstGeom prst="rect">
            <a:avLst/>
          </a:prstGeom>
        </p:spPr>
        <p:txBody>
          <a:bodyPr spcFirstLastPara="1" wrap="square" lIns="91425" tIns="91425" rIns="91425" bIns="91425" anchor="b" anchorCtr="0">
            <a:normAutofit/>
          </a:bodyPr>
          <a:lstStyle/>
          <a:p>
            <a:pPr lvl="0"/>
            <a:r>
              <a:rPr lang="uk-UA" sz="3200" noProof="1"/>
              <a:t>Аналіз аналога: CRM-система Zoho </a:t>
            </a:r>
          </a:p>
        </p:txBody>
      </p:sp>
      <p:sp>
        <p:nvSpPr>
          <p:cNvPr id="86" name="Google Shape;86;p16"/>
          <p:cNvSpPr txBox="1">
            <a:spLocks noGrp="1"/>
          </p:cNvSpPr>
          <p:nvPr>
            <p:ph type="body" idx="1"/>
          </p:nvPr>
        </p:nvSpPr>
        <p:spPr>
          <a:xfrm>
            <a:off x="406293" y="1000950"/>
            <a:ext cx="4807553" cy="1066800"/>
          </a:xfrm>
          <a:prstGeom prst="rect">
            <a:avLst/>
          </a:prstGeom>
        </p:spPr>
        <p:txBody>
          <a:bodyPr spcFirstLastPara="1" wrap="square" lIns="91425" tIns="91425" rIns="91425" bIns="91425" anchor="t" anchorCtr="0">
            <a:noAutofit/>
          </a:bodyPr>
          <a:lstStyle/>
          <a:p>
            <a:pPr marL="0" lvl="0" indent="0">
              <a:spcBef>
                <a:spcPts val="1500"/>
              </a:spcBef>
              <a:buNone/>
            </a:pPr>
            <a:r>
              <a:rPr lang="uk-UA" sz="1400" noProof="1">
                <a:highlight>
                  <a:srgbClr val="FFFFFF"/>
                </a:highlight>
              </a:rPr>
              <a:t>CRM-система Zoho призначена для управління клієнтами та автоматизації бізнес-процесів у різних галузях</a:t>
            </a:r>
            <a:endParaRPr lang="uk-UA" sz="1400" noProof="1">
              <a:latin typeface="Economica" panose="020B0604020202020204" charset="0"/>
            </a:endParaRPr>
          </a:p>
        </p:txBody>
      </p:sp>
      <p:pic>
        <p:nvPicPr>
          <p:cNvPr id="87" name="Google Shape;87;p16"/>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723D9805-068E-FE7E-BC9A-0C410D68B73B}"/>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noProof="1" smtClean="0"/>
              <a:t>6</a:t>
            </a:fld>
            <a:endParaRPr lang="uk-UA" noProof="1"/>
          </a:p>
        </p:txBody>
      </p:sp>
      <p:sp>
        <p:nvSpPr>
          <p:cNvPr id="6" name="TextBox 5">
            <a:extLst>
              <a:ext uri="{FF2B5EF4-FFF2-40B4-BE49-F238E27FC236}">
                <a16:creationId xmlns:a16="http://schemas.microsoft.com/office/drawing/2014/main" id="{B29CD027-EA7A-1D71-6D1C-EB1EA7EA4401}"/>
              </a:ext>
            </a:extLst>
          </p:cNvPr>
          <p:cNvSpPr txBox="1"/>
          <p:nvPr/>
        </p:nvSpPr>
        <p:spPr>
          <a:xfrm>
            <a:off x="524069" y="2304833"/>
            <a:ext cx="4572000" cy="1046440"/>
          </a:xfrm>
          <a:prstGeom prst="rect">
            <a:avLst/>
          </a:prstGeom>
          <a:noFill/>
          <a:ln w="19050">
            <a:solidFill>
              <a:schemeClr val="tx1"/>
            </a:solidFill>
          </a:ln>
        </p:spPr>
        <p:txBody>
          <a:bodyPr wrap="square">
            <a:spAutoFit/>
          </a:bodyPr>
          <a:lstStyle/>
          <a:p>
            <a:pPr lvl="0"/>
            <a:r>
              <a:rPr lang="uk-UA" sz="1400" b="1" noProof="1">
                <a:solidFill>
                  <a:schemeClr val="tx1"/>
                </a:solidFill>
                <a:latin typeface="Open Sans" panose="020B0606030504020204" pitchFamily="34" charset="0"/>
                <a:ea typeface="Open Sans" panose="020B0606030504020204" pitchFamily="34" charset="0"/>
                <a:cs typeface="Open Sans" panose="020B0606030504020204" pitchFamily="34" charset="0"/>
              </a:rPr>
              <a:t>Недоліки:</a:t>
            </a:r>
          </a:p>
          <a:p>
            <a:pPr marL="285750" lvl="0" indent="-285750">
              <a:buClr>
                <a:srgbClr val="003F3A"/>
              </a:buClr>
              <a:buFont typeface="Wingdings" panose="05000000000000000000" pitchFamily="2" charset="2"/>
              <a:buChar char="§"/>
            </a:pPr>
            <a:r>
              <a:rPr lang="uk-UA" sz="1200" noProof="1">
                <a:latin typeface="Open Sans" panose="020B0606030504020204" pitchFamily="34" charset="0"/>
                <a:ea typeface="Open Sans" panose="020B0606030504020204" pitchFamily="34" charset="0"/>
                <a:cs typeface="Open Sans" panose="020B0606030504020204" pitchFamily="34" charset="0"/>
              </a:rPr>
              <a:t>відсутність спеціалізованих функцій для хімчисток;</a:t>
            </a:r>
          </a:p>
          <a:p>
            <a:pPr marL="285750" lvl="0" indent="-285750">
              <a:buClr>
                <a:srgbClr val="003F3A"/>
              </a:buClr>
              <a:buFont typeface="Wingdings" panose="05000000000000000000" pitchFamily="2" charset="2"/>
              <a:buChar char="§"/>
            </a:pPr>
            <a:r>
              <a:rPr lang="uk-UA" sz="1200" noProof="1">
                <a:latin typeface="Open Sans" panose="020B0606030504020204" pitchFamily="34" charset="0"/>
                <a:ea typeface="Open Sans" panose="020B0606030504020204" pitchFamily="34" charset="0"/>
                <a:cs typeface="Open Sans" panose="020B0606030504020204" pitchFamily="34" charset="0"/>
              </a:rPr>
              <a:t>потреба у додатковій адаптації та налаштуванні;</a:t>
            </a:r>
          </a:p>
          <a:p>
            <a:pPr marL="285750" lvl="0" indent="-285750">
              <a:buClr>
                <a:srgbClr val="003F3A"/>
              </a:buClr>
              <a:buFont typeface="Wingdings" panose="05000000000000000000" pitchFamily="2" charset="2"/>
              <a:buChar char="§"/>
            </a:pPr>
            <a:r>
              <a:rPr lang="uk-UA" sz="1200" noProof="1">
                <a:latin typeface="Open Sans" panose="020B0606030504020204" pitchFamily="34" charset="0"/>
                <a:ea typeface="Open Sans" panose="020B0606030504020204" pitchFamily="34" charset="0"/>
                <a:cs typeface="Open Sans" panose="020B0606030504020204" pitchFamily="34" charset="0"/>
              </a:rPr>
              <a:t>складність освоєння для нових користувачів;</a:t>
            </a:r>
          </a:p>
          <a:p>
            <a:pPr marL="285750" lvl="0" indent="-285750">
              <a:buClr>
                <a:srgbClr val="003F3A"/>
              </a:buClr>
              <a:buFont typeface="Wingdings" panose="05000000000000000000" pitchFamily="2" charset="2"/>
              <a:buChar char="§"/>
            </a:pPr>
            <a:r>
              <a:rPr lang="uk-UA" sz="1200" noProof="1">
                <a:latin typeface="Open Sans" panose="020B0606030504020204" pitchFamily="34" charset="0"/>
                <a:ea typeface="Open Sans" panose="020B0606030504020204" pitchFamily="34" charset="0"/>
                <a:cs typeface="Open Sans" panose="020B0606030504020204" pitchFamily="34" charset="0"/>
              </a:rPr>
              <a:t>частина функцій доступна лише у платних тарифах.</a:t>
            </a:r>
          </a:p>
        </p:txBody>
      </p:sp>
      <p:sp>
        <p:nvSpPr>
          <p:cNvPr id="8" name="TextBox 7">
            <a:extLst>
              <a:ext uri="{FF2B5EF4-FFF2-40B4-BE49-F238E27FC236}">
                <a16:creationId xmlns:a16="http://schemas.microsoft.com/office/drawing/2014/main" id="{2E3E6ECF-D393-F113-84B2-30D72A81C24B}"/>
              </a:ext>
            </a:extLst>
          </p:cNvPr>
          <p:cNvSpPr txBox="1"/>
          <p:nvPr/>
        </p:nvSpPr>
        <p:spPr>
          <a:xfrm>
            <a:off x="2286000" y="2419594"/>
            <a:ext cx="4572000" cy="307777"/>
          </a:xfrm>
          <a:prstGeom prst="rect">
            <a:avLst/>
          </a:prstGeom>
          <a:noFill/>
        </p:spPr>
        <p:txBody>
          <a:bodyPr wrap="square">
            <a:spAutoFit/>
          </a:bodyPr>
          <a:lstStyle/>
          <a:p>
            <a:endParaRPr lang="uk-UA" noProof="1"/>
          </a:p>
        </p:txBody>
      </p:sp>
      <p:pic>
        <p:nvPicPr>
          <p:cNvPr id="11" name="Рисунок 10" descr="Zoho CRM (application) - Wikipedia">
            <a:extLst>
              <a:ext uri="{FF2B5EF4-FFF2-40B4-BE49-F238E27FC236}">
                <a16:creationId xmlns:a16="http://schemas.microsoft.com/office/drawing/2014/main" id="{BA39A1D2-6C5E-6D87-7FE9-DAAD1D11DF09}"/>
              </a:ext>
            </a:extLst>
          </p:cNvPr>
          <p:cNvPicPr>
            <a:picLocks noChangeAspect="1"/>
          </p:cNvPicPr>
          <p:nvPr/>
        </p:nvPicPr>
        <p:blipFill>
          <a:blip r:embed="rId4"/>
          <a:stretch>
            <a:fillRect/>
          </a:stretch>
        </p:blipFill>
        <p:spPr>
          <a:xfrm>
            <a:off x="5389478" y="1670528"/>
            <a:ext cx="3058045" cy="126861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
          <a:extLst>
            <a:ext uri="{FF2B5EF4-FFF2-40B4-BE49-F238E27FC236}">
              <a16:creationId xmlns:a16="http://schemas.microsoft.com/office/drawing/2014/main" id="{D19B6A8C-3ACD-3437-C368-AC6636BB014A}"/>
            </a:ext>
          </a:extLst>
        </p:cNvPr>
        <p:cNvGrpSpPr/>
        <p:nvPr/>
      </p:nvGrpSpPr>
      <p:grpSpPr>
        <a:xfrm>
          <a:off x="0" y="0"/>
          <a:ext cx="0" cy="0"/>
          <a:chOff x="0" y="0"/>
          <a:chExt cx="0" cy="0"/>
        </a:xfrm>
      </p:grpSpPr>
      <p:pic>
        <p:nvPicPr>
          <p:cNvPr id="87" name="Google Shape;87;p16">
            <a:extLst>
              <a:ext uri="{FF2B5EF4-FFF2-40B4-BE49-F238E27FC236}">
                <a16:creationId xmlns:a16="http://schemas.microsoft.com/office/drawing/2014/main" id="{0037C593-9654-B9DB-17C1-EEEF272A2ED4}"/>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BD2B1BBD-3D6A-F0FF-50C1-DAB3B4F55E0E}"/>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noProof="0" smtClean="0"/>
              <a:t>7</a:t>
            </a:fld>
            <a:endParaRPr lang="uk-UA" noProof="0" dirty="0"/>
          </a:p>
        </p:txBody>
      </p:sp>
      <p:sp>
        <p:nvSpPr>
          <p:cNvPr id="8" name="TextBox 7">
            <a:extLst>
              <a:ext uri="{FF2B5EF4-FFF2-40B4-BE49-F238E27FC236}">
                <a16:creationId xmlns:a16="http://schemas.microsoft.com/office/drawing/2014/main" id="{E020FF48-56F6-8BB8-0E2F-5305D8EB7A31}"/>
              </a:ext>
            </a:extLst>
          </p:cNvPr>
          <p:cNvSpPr txBox="1"/>
          <p:nvPr/>
        </p:nvSpPr>
        <p:spPr>
          <a:xfrm>
            <a:off x="2286000" y="2419594"/>
            <a:ext cx="4572000" cy="307777"/>
          </a:xfrm>
          <a:prstGeom prst="rect">
            <a:avLst/>
          </a:prstGeom>
          <a:noFill/>
        </p:spPr>
        <p:txBody>
          <a:bodyPr wrap="square">
            <a:spAutoFit/>
          </a:bodyPr>
          <a:lstStyle/>
          <a:p>
            <a:endParaRPr lang="uk-UA" noProof="0" dirty="0"/>
          </a:p>
        </p:txBody>
      </p:sp>
      <p:sp>
        <p:nvSpPr>
          <p:cNvPr id="4" name="Місце для тексту 3">
            <a:extLst>
              <a:ext uri="{FF2B5EF4-FFF2-40B4-BE49-F238E27FC236}">
                <a16:creationId xmlns:a16="http://schemas.microsoft.com/office/drawing/2014/main" id="{EC9E3135-BD5E-3E40-2067-3BBE36C5C0BC}"/>
              </a:ext>
            </a:extLst>
          </p:cNvPr>
          <p:cNvSpPr>
            <a:spLocks noGrp="1"/>
          </p:cNvSpPr>
          <p:nvPr>
            <p:ph type="body" idx="1"/>
          </p:nvPr>
        </p:nvSpPr>
        <p:spPr/>
        <p:txBody>
          <a:bodyPr>
            <a:normAutofit fontScale="92500" lnSpcReduction="20000"/>
          </a:bodyPr>
          <a:lstStyle/>
          <a:p>
            <a:r>
              <a:rPr lang="uk-UA" i="1" noProof="0" dirty="0">
                <a:solidFill>
                  <a:schemeClr val="tx1"/>
                </a:solidFill>
              </a:rPr>
              <a:t>Проблема</a:t>
            </a:r>
            <a:r>
              <a:rPr lang="uk-UA" noProof="0" dirty="0">
                <a:solidFill>
                  <a:schemeClr val="tx1"/>
                </a:solidFill>
              </a:rPr>
              <a:t> полягає у тому, що традиційні процеси обслуговування клієнтів у хімчистках часто пов’язані з рядом незручностей: необхідністю особистого відвідування пунктів прийому, відсутністю можливості швидко отримати попередню оцінку вартості послуг, складністю відстеження статусу замовлення або комунікації з персоналом.</a:t>
            </a:r>
          </a:p>
          <a:p>
            <a:pPr marL="114300" indent="0">
              <a:buNone/>
            </a:pPr>
            <a:r>
              <a:rPr lang="uk-UA" noProof="0" dirty="0"/>
              <a:t> </a:t>
            </a:r>
          </a:p>
          <a:p>
            <a:r>
              <a:rPr lang="uk-UA" i="1" noProof="0" dirty="0"/>
              <a:t>Результатом роботи </a:t>
            </a:r>
            <a:r>
              <a:rPr lang="uk-UA" noProof="0" dirty="0"/>
              <a:t>є програмна система, яка дозволяє клієнтам у зручний спосіб оформлювати замовлення на послуги хімчистки, відстежувати статус виконання замовлення та здійснювати оплату онлайн. Для персоналу та власників бізнесу система забезпечує ведення обліку клієнтів, контролю термінів виконання, управління доставки кур'єром речей.</a:t>
            </a:r>
          </a:p>
          <a:p>
            <a:endParaRPr lang="uk-UA" noProof="0" dirty="0"/>
          </a:p>
        </p:txBody>
      </p:sp>
      <p:sp>
        <p:nvSpPr>
          <p:cNvPr id="7" name="Заголовок 6">
            <a:extLst>
              <a:ext uri="{FF2B5EF4-FFF2-40B4-BE49-F238E27FC236}">
                <a16:creationId xmlns:a16="http://schemas.microsoft.com/office/drawing/2014/main" id="{968F6555-4A13-6569-39BB-88425539DE63}"/>
              </a:ext>
            </a:extLst>
          </p:cNvPr>
          <p:cNvSpPr>
            <a:spLocks noGrp="1"/>
          </p:cNvSpPr>
          <p:nvPr>
            <p:ph type="title"/>
          </p:nvPr>
        </p:nvSpPr>
        <p:spPr/>
        <p:txBody>
          <a:bodyPr>
            <a:normAutofit/>
          </a:bodyPr>
          <a:lstStyle/>
          <a:p>
            <a:r>
              <a:rPr lang="uk-UA" sz="3600" noProof="0" dirty="0"/>
              <a:t>Постановка задачі та опис системи</a:t>
            </a:r>
          </a:p>
        </p:txBody>
      </p:sp>
    </p:spTree>
    <p:extLst>
      <p:ext uri="{BB962C8B-B14F-4D97-AF65-F5344CB8AC3E}">
        <p14:creationId xmlns:p14="http://schemas.microsoft.com/office/powerpoint/2010/main" val="3813343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7"/>
          <p:cNvSpPr txBox="1">
            <a:spLocks noGrp="1"/>
          </p:cNvSpPr>
          <p:nvPr>
            <p:ph type="title"/>
          </p:nvPr>
        </p:nvSpPr>
        <p:spPr>
          <a:xfrm>
            <a:off x="311700" y="186084"/>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UA" sz="3200" noProof="1"/>
              <a:t>Вибір технологій розробки </a:t>
            </a:r>
          </a:p>
        </p:txBody>
      </p:sp>
      <p:sp>
        <p:nvSpPr>
          <p:cNvPr id="200" name="Accent Line"/>
          <p:cNvSpPr/>
          <p:nvPr/>
        </p:nvSpPr>
        <p:spPr>
          <a:xfrm>
            <a:off x="331345" y="1045000"/>
            <a:ext cx="1600000" cy="45000"/>
          </a:xfrm>
          <a:prstGeom prst="rect">
            <a:avLst/>
          </a:prstGeom>
          <a:solidFill>
            <a:srgbClr val="57BB8A"/>
          </a:solidFill>
          <a:ln>
            <a:noFill/>
          </a:ln>
        </p:spPr>
        <p:txBody>
          <a:bodyPr/>
          <a:lstStyle/>
          <a:p>
            <a:endParaRPr lang="uk-UA"/>
          </a:p>
        </p:txBody>
      </p:sp>
      <p:pic>
        <p:nvPicPr>
          <p:cNvPr id="94" name="Google Shape;94;p17"/>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A343E912-C721-1128-5F72-D9BB9BCF5CCA}"/>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noProof="1" smtClean="0"/>
              <a:t>8</a:t>
            </a:fld>
            <a:endParaRPr lang="uk-UA" noProof="1"/>
          </a:p>
        </p:txBody>
      </p:sp>
      <p:pic>
        <p:nvPicPr>
          <p:cNvPr id="5" name="Рисунок 4" descr="Делаем фронт на React, а ChatGPT будет нашим Redux редьюсером / Хабр">
            <a:extLst>
              <a:ext uri="{FF2B5EF4-FFF2-40B4-BE49-F238E27FC236}">
                <a16:creationId xmlns:a16="http://schemas.microsoft.com/office/drawing/2014/main" id="{767BE4CB-D84E-9ED5-5A6A-E85F479C08E5}"/>
              </a:ext>
            </a:extLst>
          </p:cNvPr>
          <p:cNvPicPr>
            <a:picLocks noChangeAspect="1"/>
          </p:cNvPicPr>
          <p:nvPr/>
        </p:nvPicPr>
        <p:blipFill>
          <a:blip r:embed="rId4"/>
          <a:stretch>
            <a:fillRect/>
          </a:stretch>
        </p:blipFill>
        <p:spPr>
          <a:xfrm>
            <a:off x="4671698" y="1474249"/>
            <a:ext cx="2230555" cy="1236099"/>
          </a:xfrm>
          <a:prstGeom prst="rect">
            <a:avLst/>
          </a:prstGeom>
        </p:spPr>
      </p:pic>
      <p:pic>
        <p:nvPicPr>
          <p:cNvPr id="6" name="Рисунок 5" descr="Почему Вы должны попробовать FastAPI? / Хабр">
            <a:extLst>
              <a:ext uri="{FF2B5EF4-FFF2-40B4-BE49-F238E27FC236}">
                <a16:creationId xmlns:a16="http://schemas.microsoft.com/office/drawing/2014/main" id="{3C946E87-9215-DE97-60D6-7192E95FD2C3}"/>
              </a:ext>
            </a:extLst>
          </p:cNvPr>
          <p:cNvPicPr>
            <a:picLocks noChangeAspect="1"/>
          </p:cNvPicPr>
          <p:nvPr/>
        </p:nvPicPr>
        <p:blipFill>
          <a:blip r:embed="rId5"/>
          <a:stretch>
            <a:fillRect/>
          </a:stretch>
        </p:blipFill>
        <p:spPr>
          <a:xfrm>
            <a:off x="5931270" y="783665"/>
            <a:ext cx="2901030" cy="1046413"/>
          </a:xfrm>
          <a:prstGeom prst="rect">
            <a:avLst/>
          </a:prstGeom>
        </p:spPr>
      </p:pic>
      <p:pic>
        <p:nvPicPr>
          <p:cNvPr id="7" name="Рисунок 6" descr="Использование Postgres-триггеров для исторических таблиц / Хабр">
            <a:extLst>
              <a:ext uri="{FF2B5EF4-FFF2-40B4-BE49-F238E27FC236}">
                <a16:creationId xmlns:a16="http://schemas.microsoft.com/office/drawing/2014/main" id="{70DDCB01-30DB-D4CA-55E8-1CAC4A204F0C}"/>
              </a:ext>
            </a:extLst>
          </p:cNvPr>
          <p:cNvPicPr>
            <a:picLocks noChangeAspect="1"/>
          </p:cNvPicPr>
          <p:nvPr/>
        </p:nvPicPr>
        <p:blipFill>
          <a:blip r:embed="rId6"/>
          <a:srcRect l="7739" t="24043" r="11076" b="26582"/>
          <a:stretch>
            <a:fillRect/>
          </a:stretch>
        </p:blipFill>
        <p:spPr>
          <a:xfrm>
            <a:off x="4572000" y="2945354"/>
            <a:ext cx="2429953" cy="831300"/>
          </a:xfrm>
          <a:prstGeom prst="rect">
            <a:avLst/>
          </a:prstGeom>
        </p:spPr>
      </p:pic>
      <p:pic>
        <p:nvPicPr>
          <p:cNvPr id="8" name="Рисунок 7" descr="Файл:Microsoft Azure Logo.svg — Вікіпедія">
            <a:extLst>
              <a:ext uri="{FF2B5EF4-FFF2-40B4-BE49-F238E27FC236}">
                <a16:creationId xmlns:a16="http://schemas.microsoft.com/office/drawing/2014/main" id="{AD837DCF-C7E0-97FF-998B-EC7C9EAA7F39}"/>
              </a:ext>
            </a:extLst>
          </p:cNvPr>
          <p:cNvPicPr>
            <a:picLocks noChangeAspect="1"/>
          </p:cNvPicPr>
          <p:nvPr/>
        </p:nvPicPr>
        <p:blipFill>
          <a:blip r:embed="rId7"/>
          <a:stretch>
            <a:fillRect/>
          </a:stretch>
        </p:blipFill>
        <p:spPr>
          <a:xfrm>
            <a:off x="6609654" y="3673608"/>
            <a:ext cx="2191269" cy="631702"/>
          </a:xfrm>
          <a:prstGeom prst="rect">
            <a:avLst/>
          </a:prstGeom>
        </p:spPr>
      </p:pic>
      <p:pic>
        <p:nvPicPr>
          <p:cNvPr id="9" name="Рисунок 8" descr="Your first program in Kotlin">
            <a:extLst>
              <a:ext uri="{FF2B5EF4-FFF2-40B4-BE49-F238E27FC236}">
                <a16:creationId xmlns:a16="http://schemas.microsoft.com/office/drawing/2014/main" id="{12339E1C-5BC8-8989-FB46-FF5AFC3E1E7A}"/>
              </a:ext>
            </a:extLst>
          </p:cNvPr>
          <p:cNvPicPr>
            <a:picLocks noChangeAspect="1"/>
          </p:cNvPicPr>
          <p:nvPr/>
        </p:nvPicPr>
        <p:blipFill>
          <a:blip r:embed="rId8"/>
          <a:stretch>
            <a:fillRect/>
          </a:stretch>
        </p:blipFill>
        <p:spPr>
          <a:xfrm>
            <a:off x="6490313" y="2296495"/>
            <a:ext cx="2429953" cy="831300"/>
          </a:xfrm>
          <a:prstGeom prst="rect">
            <a:avLst/>
          </a:prstGeom>
        </p:spPr>
      </p:pic>
      <p:sp>
        <p:nvSpPr>
          <p:cNvPr id="16" name="TextBox 15">
            <a:extLst>
              <a:ext uri="{FF2B5EF4-FFF2-40B4-BE49-F238E27FC236}">
                <a16:creationId xmlns:a16="http://schemas.microsoft.com/office/drawing/2014/main" id="{84E55775-FE51-69B0-9567-5665473889A3}"/>
              </a:ext>
            </a:extLst>
          </p:cNvPr>
          <p:cNvSpPr txBox="1"/>
          <p:nvPr/>
        </p:nvSpPr>
        <p:spPr>
          <a:xfrm>
            <a:off x="331345" y="1173110"/>
            <a:ext cx="4359998" cy="2769989"/>
          </a:xfrm>
          <a:prstGeom prst="rect">
            <a:avLst/>
          </a:prstGeom>
          <a:noFill/>
        </p:spPr>
        <p:txBody>
          <a:bodyPr wrap="square">
            <a:spAutoFit/>
          </a:bodyPr>
          <a:lstStyle/>
          <a:p>
            <a:pPr marL="228600" indent="-228600">
              <a:buClr>
                <a:srgbClr val="57BB8A"/>
              </a:buClr>
              <a:buFont typeface="Arial"/>
              <a:buChar char="▪"/>
            </a:pPr>
            <a:r>
              <a:rPr lang="uk-UA" sz="1400" b="1" noProof="1">
                <a:solidFill>
                  <a:srgbClr val="455A64"/>
                </a:solidFill>
                <a:latin typeface="Open Sans" panose="020B0606030504020204" pitchFamily="34" charset="0"/>
                <a:ea typeface="Open Sans" panose="020B0606030504020204" pitchFamily="34" charset="0"/>
                <a:cs typeface="Open Sans" panose="020B0606030504020204" pitchFamily="34" charset="0"/>
              </a:rPr>
              <a:t>Backend:  </a:t>
            </a:r>
            <a:r>
              <a:rPr lang="uk-UA" sz="1400" noProof="1">
                <a:solidFill>
                  <a:schemeClr val="tx1"/>
                </a:solidFill>
                <a:latin typeface="Open Sans" panose="020B0606030504020204" pitchFamily="34" charset="0"/>
                <a:ea typeface="Open Sans" panose="020B0606030504020204" pitchFamily="34" charset="0"/>
                <a:cs typeface="Open Sans" panose="020B0606030504020204" pitchFamily="34" charset="0"/>
              </a:rPr>
              <a:t>Python, FastAPI, PostgreSQL, SQLAlchemy, Redis, JWT</a:t>
            </a:r>
          </a:p>
          <a:p>
            <a:pPr marL="228600" indent="-228600">
              <a:spcBef>
                <a:spcPts val="600"/>
              </a:spcBef>
              <a:buClr>
                <a:srgbClr val="57BB8A"/>
              </a:buClr>
              <a:buFont typeface="Arial"/>
              <a:buChar char="▪"/>
            </a:pPr>
            <a:r>
              <a:rPr lang="uk-UA" sz="1400" b="1" noProof="1">
                <a:solidFill>
                  <a:srgbClr val="455A64"/>
                </a:solidFill>
                <a:latin typeface="Open Sans" panose="020B0606030504020204" pitchFamily="34" charset="0"/>
                <a:ea typeface="Open Sans" panose="020B0606030504020204" pitchFamily="34" charset="0"/>
                <a:cs typeface="Open Sans" panose="020B0606030504020204" pitchFamily="34" charset="0"/>
              </a:rPr>
              <a:t>Frontend:  </a:t>
            </a:r>
            <a:r>
              <a:rPr lang="uk-UA" sz="1400" noProof="1">
                <a:solidFill>
                  <a:schemeClr val="tx1"/>
                </a:solidFill>
                <a:latin typeface="Open Sans" panose="020B0606030504020204" pitchFamily="34" charset="0"/>
                <a:ea typeface="Open Sans" panose="020B0606030504020204" pitchFamily="34" charset="0"/>
                <a:cs typeface="Open Sans" panose="020B0606030504020204" pitchFamily="34" charset="0"/>
              </a:rPr>
              <a:t>React 18, Vite, React Query, axios, react-i18next</a:t>
            </a:r>
          </a:p>
          <a:p>
            <a:pPr marL="228600" indent="-228600">
              <a:spcBef>
                <a:spcPts val="600"/>
              </a:spcBef>
              <a:buClr>
                <a:srgbClr val="57BB8A"/>
              </a:buClr>
              <a:buFont typeface="Arial"/>
              <a:buChar char="▪"/>
            </a:pPr>
            <a:r>
              <a:rPr lang="uk-UA" sz="1400" b="1" noProof="1">
                <a:solidFill>
                  <a:srgbClr val="455A64"/>
                </a:solidFill>
                <a:latin typeface="Open Sans" panose="020B0606030504020204" pitchFamily="34" charset="0"/>
                <a:ea typeface="Open Sans" panose="020B0606030504020204" pitchFamily="34" charset="0"/>
                <a:cs typeface="Open Sans" panose="020B0606030504020204" pitchFamily="34" charset="0"/>
              </a:rPr>
              <a:t>Mobile:  </a:t>
            </a:r>
            <a:r>
              <a:rPr lang="uk-UA" sz="1400" noProof="1">
                <a:solidFill>
                  <a:schemeClr val="tx1"/>
                </a:solidFill>
                <a:latin typeface="Open Sans" panose="020B0606030504020204" pitchFamily="34" charset="0"/>
                <a:ea typeface="Open Sans" panose="020B0606030504020204" pitchFamily="34" charset="0"/>
                <a:cs typeface="Open Sans" panose="020B0606030504020204" pitchFamily="34" charset="0"/>
              </a:rPr>
              <a:t>Kotlin, Retrofit 2, Google Maps SDK</a:t>
            </a:r>
          </a:p>
          <a:p>
            <a:pPr marL="228600" indent="-228600">
              <a:spcBef>
                <a:spcPts val="600"/>
              </a:spcBef>
              <a:buClr>
                <a:srgbClr val="57BB8A"/>
              </a:buClr>
              <a:buFont typeface="Arial"/>
              <a:buChar char="▪"/>
            </a:pPr>
            <a:r>
              <a:rPr lang="uk-UA" sz="1400" b="1" noProof="1">
                <a:solidFill>
                  <a:srgbClr val="455A64"/>
                </a:solidFill>
                <a:latin typeface="Open Sans" panose="020B0606030504020204" pitchFamily="34" charset="0"/>
                <a:ea typeface="Open Sans" panose="020B0606030504020204" pitchFamily="34" charset="0"/>
                <a:cs typeface="Open Sans" panose="020B0606030504020204" pitchFamily="34" charset="0"/>
              </a:rPr>
              <a:t>Azure:  </a:t>
            </a:r>
            <a:r>
              <a:rPr lang="uk-UA" sz="1400" noProof="1">
                <a:solidFill>
                  <a:schemeClr val="tx1"/>
                </a:solidFill>
                <a:latin typeface="Open Sans" panose="020B0606030504020204" pitchFamily="34" charset="0"/>
                <a:ea typeface="Open Sans" panose="020B0606030504020204" pitchFamily="34" charset="0"/>
                <a:cs typeface="Open Sans" panose="020B0606030504020204" pitchFamily="34" charset="0"/>
              </a:rPr>
              <a:t>App Service, Static Web Apps, PostgreSQL Flexible Server, Managed Redis, Blob Storage, OpenAI GPT-4o-mini, Key Vault, Virtual Network</a:t>
            </a:r>
          </a:p>
          <a:p>
            <a:pPr marL="228600" indent="-228600">
              <a:spcBef>
                <a:spcPts val="600"/>
              </a:spcBef>
              <a:buClr>
                <a:srgbClr val="57BB8A"/>
              </a:buClr>
              <a:buFont typeface="Arial"/>
              <a:buChar char="▪"/>
            </a:pPr>
            <a:r>
              <a:rPr lang="uk-UA" sz="1400" b="1" noProof="1">
                <a:solidFill>
                  <a:srgbClr val="455A64"/>
                </a:solidFill>
                <a:latin typeface="Open Sans" panose="020B0606030504020204" pitchFamily="34" charset="0"/>
                <a:ea typeface="Open Sans" panose="020B0606030504020204" pitchFamily="34" charset="0"/>
                <a:cs typeface="Open Sans" panose="020B0606030504020204" pitchFamily="34" charset="0"/>
              </a:rPr>
              <a:t>DevOps:  </a:t>
            </a:r>
            <a:r>
              <a:rPr lang="uk-UA" sz="1400" noProof="1">
                <a:solidFill>
                  <a:schemeClr val="tx1"/>
                </a:solidFill>
                <a:latin typeface="Open Sans" panose="020B0606030504020204" pitchFamily="34" charset="0"/>
                <a:ea typeface="Open Sans" panose="020B0606030504020204" pitchFamily="34" charset="0"/>
                <a:cs typeface="Open Sans" panose="020B0606030504020204" pitchFamily="34" charset="0"/>
              </a:rPr>
              <a:t>GitHub Actions, Azure Monitor, Application Insights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8"/>
          <p:cNvSpPr txBox="1">
            <a:spLocks noGrp="1"/>
          </p:cNvSpPr>
          <p:nvPr>
            <p:ph type="title"/>
          </p:nvPr>
        </p:nvSpPr>
        <p:spPr>
          <a:xfrm>
            <a:off x="311700" y="529621"/>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uk-UA" sz="3200" noProof="1"/>
              <a:t>Архітектура створеного програмного забезпечення</a:t>
            </a:r>
          </a:p>
        </p:txBody>
      </p:sp>
      <p:pic>
        <p:nvPicPr>
          <p:cNvPr id="101" name="Google Shape;101;p18"/>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12A55726-B906-08A2-C43F-1B00FCF5F354}"/>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noProof="1" smtClean="0"/>
              <a:t>9</a:t>
            </a:fld>
            <a:endParaRPr lang="uk-UA" noProof="1"/>
          </a:p>
        </p:txBody>
      </p:sp>
      <p:pic>
        <p:nvPicPr>
          <p:cNvPr id="7" name="Рисунок 6">
            <a:extLst>
              <a:ext uri="{FF2B5EF4-FFF2-40B4-BE49-F238E27FC236}">
                <a16:creationId xmlns:a16="http://schemas.microsoft.com/office/drawing/2014/main" id="{89397B62-2720-68A7-166D-5521C486F07F}"/>
              </a:ext>
            </a:extLst>
          </p:cNvPr>
          <p:cNvPicPr>
            <a:picLocks noChangeAspect="1"/>
          </p:cNvPicPr>
          <p:nvPr/>
        </p:nvPicPr>
        <p:blipFill>
          <a:blip r:embed="rId4"/>
          <a:stretch>
            <a:fillRect/>
          </a:stretch>
        </p:blipFill>
        <p:spPr>
          <a:xfrm>
            <a:off x="4491161" y="1524142"/>
            <a:ext cx="4276369" cy="2337155"/>
          </a:xfrm>
          <a:prstGeom prst="rect">
            <a:avLst/>
          </a:prstGeom>
        </p:spPr>
      </p:pic>
      <p:sp>
        <p:nvSpPr>
          <p:cNvPr id="9" name="TextBox 8">
            <a:extLst>
              <a:ext uri="{FF2B5EF4-FFF2-40B4-BE49-F238E27FC236}">
                <a16:creationId xmlns:a16="http://schemas.microsoft.com/office/drawing/2014/main" id="{C2F9A60B-2E46-F7E3-AC77-3FB939DF88E0}"/>
              </a:ext>
            </a:extLst>
          </p:cNvPr>
          <p:cNvSpPr txBox="1"/>
          <p:nvPr/>
        </p:nvSpPr>
        <p:spPr>
          <a:xfrm>
            <a:off x="364821" y="2884804"/>
            <a:ext cx="4065289" cy="1277273"/>
          </a:xfrm>
          <a:prstGeom prst="rect">
            <a:avLst/>
          </a:prstGeom>
          <a:noFill/>
        </p:spPr>
        <p:txBody>
          <a:bodyPr wrap="square">
            <a:spAutoFit/>
          </a:bodyPr>
          <a:lstStyle/>
          <a:p>
            <a:r>
              <a:rPr lang="uk-UA" sz="1100" b="1" noProof="1">
                <a:solidFill>
                  <a:schemeClr val="tx1"/>
                </a:solidFill>
                <a:latin typeface="Open Sans" panose="020B0606030504020204" pitchFamily="34" charset="0"/>
                <a:ea typeface="Open Sans" panose="020B0606030504020204" pitchFamily="34" charset="0"/>
                <a:cs typeface="Open Sans" panose="020B0606030504020204" pitchFamily="34" charset="0"/>
              </a:rPr>
              <a:t>Хмарна інфраструктура:</a:t>
            </a:r>
          </a:p>
          <a:p>
            <a:pPr marL="171450" indent="-171450">
              <a:buFont typeface="Arial" panose="020B0604020202020204" pitchFamily="34" charset="0"/>
              <a:buChar char="•"/>
            </a:pPr>
            <a:r>
              <a:rPr lang="uk-UA" sz="1100" noProof="1">
                <a:solidFill>
                  <a:schemeClr val="tx1"/>
                </a:solidFill>
                <a:latin typeface="Open Sans" panose="020B0606030504020204" pitchFamily="34" charset="0"/>
                <a:ea typeface="Open Sans" panose="020B0606030504020204" pitchFamily="34" charset="0"/>
                <a:cs typeface="Open Sans" panose="020B0606030504020204" pitchFamily="34" charset="0"/>
              </a:rPr>
              <a:t>PostgreSQL — сховище даних;</a:t>
            </a:r>
          </a:p>
          <a:p>
            <a:pPr marL="171450" indent="-171450">
              <a:buFont typeface="Arial" panose="020B0604020202020204" pitchFamily="34" charset="0"/>
              <a:buChar char="•"/>
            </a:pPr>
            <a:r>
              <a:rPr lang="uk-UA" sz="1100" noProof="1">
                <a:solidFill>
                  <a:schemeClr val="tx1"/>
                </a:solidFill>
                <a:latin typeface="Open Sans" panose="020B0606030504020204" pitchFamily="34" charset="0"/>
                <a:ea typeface="Open Sans" panose="020B0606030504020204" pitchFamily="34" charset="0"/>
                <a:cs typeface="Open Sans" panose="020B0606030504020204" pitchFamily="34" charset="0"/>
              </a:rPr>
              <a:t>Redis — кешування та контекст діалогів;</a:t>
            </a:r>
          </a:p>
          <a:p>
            <a:pPr marL="171450" indent="-171450">
              <a:buFont typeface="Arial" panose="020B0604020202020204" pitchFamily="34" charset="0"/>
              <a:buChar char="•"/>
            </a:pPr>
            <a:r>
              <a:rPr lang="uk-UA" sz="1100" noProof="1">
                <a:solidFill>
                  <a:schemeClr val="tx1"/>
                </a:solidFill>
                <a:latin typeface="Open Sans" panose="020B0606030504020204" pitchFamily="34" charset="0"/>
                <a:ea typeface="Open Sans" panose="020B0606030504020204" pitchFamily="34" charset="0"/>
                <a:cs typeface="Open Sans" panose="020B0606030504020204" pitchFamily="34" charset="0"/>
              </a:rPr>
              <a:t>Blob Storage — фотографії виробів;</a:t>
            </a:r>
          </a:p>
          <a:p>
            <a:pPr marL="171450" indent="-171450">
              <a:buFont typeface="Arial" panose="020B0604020202020204" pitchFamily="34" charset="0"/>
              <a:buChar char="•"/>
            </a:pPr>
            <a:r>
              <a:rPr lang="uk-UA" sz="1100" noProof="1">
                <a:solidFill>
                  <a:schemeClr val="tx1"/>
                </a:solidFill>
                <a:latin typeface="Open Sans" panose="020B0606030504020204" pitchFamily="34" charset="0"/>
                <a:ea typeface="Open Sans" panose="020B0606030504020204" pitchFamily="34" charset="0"/>
                <a:cs typeface="Open Sans" panose="020B0606030504020204" pitchFamily="34" charset="0"/>
              </a:rPr>
              <a:t>OpenAI GPT-4o-mini — ШІ-асистент;</a:t>
            </a:r>
          </a:p>
          <a:p>
            <a:pPr marL="171450" indent="-171450">
              <a:buFont typeface="Arial" panose="020B0604020202020204" pitchFamily="34" charset="0"/>
              <a:buChar char="•"/>
            </a:pPr>
            <a:r>
              <a:rPr lang="uk-UA" sz="1100" noProof="1">
                <a:solidFill>
                  <a:schemeClr val="tx1"/>
                </a:solidFill>
                <a:latin typeface="Open Sans" panose="020B0606030504020204" pitchFamily="34" charset="0"/>
                <a:ea typeface="Open Sans" panose="020B0606030504020204" pitchFamily="34" charset="0"/>
                <a:cs typeface="Open Sans" panose="020B0606030504020204" pitchFamily="34" charset="0"/>
              </a:rPr>
              <a:t>Key Vault — секрети та ключі доступу;</a:t>
            </a:r>
          </a:p>
          <a:p>
            <a:pPr marL="171450" indent="-171450">
              <a:buFont typeface="Arial" panose="020B0604020202020204" pitchFamily="34" charset="0"/>
              <a:buChar char="•"/>
            </a:pPr>
            <a:r>
              <a:rPr lang="uk-UA" sz="1100" noProof="1">
                <a:solidFill>
                  <a:schemeClr val="tx1"/>
                </a:solidFill>
                <a:latin typeface="Open Sans" panose="020B0606030504020204" pitchFamily="34" charset="0"/>
                <a:ea typeface="Open Sans" panose="020B0606030504020204" pitchFamily="34" charset="0"/>
                <a:cs typeface="Open Sans" panose="020B0606030504020204" pitchFamily="34" charset="0"/>
              </a:rPr>
              <a:t>Virtual Network — мережева ізоляція.</a:t>
            </a:r>
          </a:p>
        </p:txBody>
      </p:sp>
      <p:sp>
        <p:nvSpPr>
          <p:cNvPr id="11" name="TextBox 10">
            <a:extLst>
              <a:ext uri="{FF2B5EF4-FFF2-40B4-BE49-F238E27FC236}">
                <a16:creationId xmlns:a16="http://schemas.microsoft.com/office/drawing/2014/main" id="{488ACF11-9460-9319-74BE-8BC4822234B5}"/>
              </a:ext>
            </a:extLst>
          </p:cNvPr>
          <p:cNvSpPr txBox="1"/>
          <p:nvPr/>
        </p:nvSpPr>
        <p:spPr>
          <a:xfrm>
            <a:off x="355878" y="1282203"/>
            <a:ext cx="4276369" cy="430887"/>
          </a:xfrm>
          <a:prstGeom prst="rect">
            <a:avLst/>
          </a:prstGeom>
          <a:noFill/>
        </p:spPr>
        <p:txBody>
          <a:bodyPr wrap="square">
            <a:spAutoFit/>
          </a:bodyPr>
          <a:lstStyle/>
          <a:p>
            <a:r>
              <a:rPr lang="uk-UA" sz="1100" noProof="1">
                <a:solidFill>
                  <a:schemeClr val="tx1"/>
                </a:solidFill>
                <a:latin typeface="Open Sans" panose="020B0606030504020204" pitchFamily="34" charset="0"/>
                <a:ea typeface="Open Sans" panose="020B0606030504020204" pitchFamily="34" charset="0"/>
                <a:cs typeface="Open Sans" panose="020B0606030504020204" pitchFamily="34" charset="0"/>
              </a:rPr>
              <a:t>Архітектура системи Perfecto — N-рівневий вебзастосунок розгорнутий на Microsoft Azure.</a:t>
            </a:r>
          </a:p>
        </p:txBody>
      </p:sp>
      <p:sp>
        <p:nvSpPr>
          <p:cNvPr id="13" name="TextBox 12">
            <a:extLst>
              <a:ext uri="{FF2B5EF4-FFF2-40B4-BE49-F238E27FC236}">
                <a16:creationId xmlns:a16="http://schemas.microsoft.com/office/drawing/2014/main" id="{522CE494-C63E-AD4B-2EEE-E81A3EFE78B0}"/>
              </a:ext>
            </a:extLst>
          </p:cNvPr>
          <p:cNvSpPr txBox="1"/>
          <p:nvPr/>
        </p:nvSpPr>
        <p:spPr>
          <a:xfrm>
            <a:off x="355878" y="1686486"/>
            <a:ext cx="4135283" cy="769441"/>
          </a:xfrm>
          <a:prstGeom prst="rect">
            <a:avLst/>
          </a:prstGeom>
          <a:noFill/>
        </p:spPr>
        <p:txBody>
          <a:bodyPr wrap="square">
            <a:spAutoFit/>
          </a:bodyPr>
          <a:lstStyle/>
          <a:p>
            <a:pPr>
              <a:buNone/>
            </a:pPr>
            <a:r>
              <a:rPr lang="uk-UA" sz="1100" noProof="1">
                <a:solidFill>
                  <a:schemeClr val="tx1"/>
                </a:solidFill>
                <a:latin typeface="Open Sans" panose="020B0606030504020204" pitchFamily="34" charset="0"/>
                <a:ea typeface="Open Sans" panose="020B0606030504020204" pitchFamily="34" charset="0"/>
                <a:cs typeface="Open Sans" panose="020B0606030504020204" pitchFamily="34" charset="0"/>
              </a:rPr>
              <a:t>Клієнтська частина представлена двома клієнтами: React SPA для адміністраторів і клієнтів та Android-застосунком для кур'єрів. Обидва взаємодіють із сервером через REST API по HTTPS.</a:t>
            </a:r>
          </a:p>
        </p:txBody>
      </p:sp>
      <p:sp>
        <p:nvSpPr>
          <p:cNvPr id="15" name="TextBox 14">
            <a:extLst>
              <a:ext uri="{FF2B5EF4-FFF2-40B4-BE49-F238E27FC236}">
                <a16:creationId xmlns:a16="http://schemas.microsoft.com/office/drawing/2014/main" id="{2123195E-B334-C23A-CAC8-4270375D29EF}"/>
              </a:ext>
            </a:extLst>
          </p:cNvPr>
          <p:cNvSpPr txBox="1"/>
          <p:nvPr/>
        </p:nvSpPr>
        <p:spPr>
          <a:xfrm>
            <a:off x="364821" y="2430352"/>
            <a:ext cx="4135283" cy="430887"/>
          </a:xfrm>
          <a:prstGeom prst="rect">
            <a:avLst/>
          </a:prstGeom>
          <a:noFill/>
        </p:spPr>
        <p:txBody>
          <a:bodyPr wrap="square">
            <a:spAutoFit/>
          </a:bodyPr>
          <a:lstStyle/>
          <a:p>
            <a:r>
              <a:rPr lang="uk-UA" sz="1100" noProof="1">
                <a:solidFill>
                  <a:schemeClr val="tx1"/>
                </a:solidFill>
                <a:latin typeface="Open Sans" panose="020B0606030504020204" pitchFamily="34" charset="0"/>
                <a:ea typeface="Open Sans" panose="020B0606030504020204" pitchFamily="34" charset="0"/>
                <a:cs typeface="Open Sans" panose="020B0606030504020204" pitchFamily="34" charset="0"/>
              </a:rPr>
              <a:t>Сервер: FastAPI з багатошаровою архітектурою Router → Service → Repository.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9"/>
          <p:cNvSpPr txBox="1">
            <a:spLocks noGrp="1"/>
          </p:cNvSpPr>
          <p:nvPr>
            <p:ph type="title"/>
          </p:nvPr>
        </p:nvSpPr>
        <p:spPr>
          <a:xfrm>
            <a:off x="311700" y="40376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uk-UA" sz="3200" noProof="1"/>
              <a:t>Опис програмного забезпечення, що було використано у дослідженні</a:t>
            </a:r>
          </a:p>
        </p:txBody>
      </p:sp>
      <p:sp>
        <p:nvSpPr>
          <p:cNvPr id="107" name="Google Shape;107;p19"/>
          <p:cNvSpPr txBox="1">
            <a:spLocks noGrp="1"/>
          </p:cNvSpPr>
          <p:nvPr>
            <p:ph type="body" idx="1"/>
          </p:nvPr>
        </p:nvSpPr>
        <p:spPr>
          <a:xfrm>
            <a:off x="327606" y="1143700"/>
            <a:ext cx="5105427" cy="3354000"/>
          </a:xfrm>
          <a:prstGeom prst="rect">
            <a:avLst/>
          </a:prstGeom>
        </p:spPr>
        <p:txBody>
          <a:bodyPr spcFirstLastPara="1" wrap="square" lIns="91425" tIns="91425" rIns="91425" bIns="91425" anchor="t" anchorCtr="0">
            <a:normAutofit/>
          </a:bodyPr>
          <a:lstStyle/>
          <a:p>
            <a:pPr marL="0" lvl="0" indent="0">
              <a:spcBef>
                <a:spcPts val="1500"/>
              </a:spcBef>
              <a:buNone/>
            </a:pPr>
            <a:r>
              <a:rPr lang="uk-UA" sz="1400" noProof="1">
                <a:highlight>
                  <a:srgbClr val="FFFFFF"/>
                </a:highlight>
              </a:rPr>
              <a:t>Спочатку було створено ресурсну групу perfecto-rg з ключовими ресурсами (Azure Blob Storage, Azure Virtual Network, Azure OpenAI Service) у хмарній платформі Microsoft Azure. Далі реалізовано базу даних у СУБД PostgreSQL та серверну частину за допомогою фреймворку FastAPI з багатошаровою архітектурою. Заключним етапом стало проєктування клієнтської частини з використанням бібліотеки React та мобільного застосунку для кур'єра на Kotlin</a:t>
            </a:r>
            <a:r>
              <a:rPr lang="uk-UA" sz="1600" noProof="1">
                <a:highlight>
                  <a:srgbClr val="FFFFFF"/>
                </a:highlight>
              </a:rPr>
              <a:t>.</a:t>
            </a:r>
            <a:endParaRPr lang="uk-UA" sz="1600" noProof="1">
              <a:latin typeface="Economica" panose="020B0604020202020204" charset="0"/>
            </a:endParaRPr>
          </a:p>
        </p:txBody>
      </p:sp>
      <p:pic>
        <p:nvPicPr>
          <p:cNvPr id="108" name="Google Shape;108;p19"/>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1226AFC1-F793-030A-440F-FC50C3AEF715}"/>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noProof="1" smtClean="0"/>
              <a:t>10</a:t>
            </a:fld>
            <a:endParaRPr lang="uk-UA" noProof="1"/>
          </a:p>
        </p:txBody>
      </p:sp>
      <p:pic>
        <p:nvPicPr>
          <p:cNvPr id="3" name="Рисунок 2" descr="Python (programming language) - Wikipedia">
            <a:extLst>
              <a:ext uri="{FF2B5EF4-FFF2-40B4-BE49-F238E27FC236}">
                <a16:creationId xmlns:a16="http://schemas.microsoft.com/office/drawing/2014/main" id="{F4CA8E42-9D12-E592-35BB-BECAA7D44C5F}"/>
              </a:ext>
            </a:extLst>
          </p:cNvPr>
          <p:cNvPicPr>
            <a:picLocks noChangeAspect="1"/>
          </p:cNvPicPr>
          <p:nvPr/>
        </p:nvPicPr>
        <p:blipFill>
          <a:blip r:embed="rId4"/>
          <a:stretch>
            <a:fillRect/>
          </a:stretch>
        </p:blipFill>
        <p:spPr>
          <a:xfrm>
            <a:off x="5832777" y="1392696"/>
            <a:ext cx="730762" cy="730762"/>
          </a:xfrm>
          <a:prstGeom prst="rect">
            <a:avLst/>
          </a:prstGeom>
        </p:spPr>
      </p:pic>
      <p:pic>
        <p:nvPicPr>
          <p:cNvPr id="4" name="Рисунок 3" descr="GitHub - fastapi/fastapi: FastAPI framework, high performance, easy to  learn, fast to code, ready for production · GitHub">
            <a:extLst>
              <a:ext uri="{FF2B5EF4-FFF2-40B4-BE49-F238E27FC236}">
                <a16:creationId xmlns:a16="http://schemas.microsoft.com/office/drawing/2014/main" id="{AEC93600-7F40-CC57-3440-951CB083665D}"/>
              </a:ext>
            </a:extLst>
          </p:cNvPr>
          <p:cNvPicPr>
            <a:picLocks noChangeAspect="1"/>
          </p:cNvPicPr>
          <p:nvPr/>
        </p:nvPicPr>
        <p:blipFill>
          <a:blip r:embed="rId5"/>
          <a:stretch>
            <a:fillRect/>
          </a:stretch>
        </p:blipFill>
        <p:spPr>
          <a:xfrm>
            <a:off x="6621738" y="1282090"/>
            <a:ext cx="2349734" cy="846731"/>
          </a:xfrm>
          <a:prstGeom prst="rect">
            <a:avLst/>
          </a:prstGeom>
        </p:spPr>
      </p:pic>
      <p:pic>
        <p:nvPicPr>
          <p:cNvPr id="5" name="Рисунок 4" descr="Файл:Unofficial JavaScript logo 2.svg — Вікіпедія">
            <a:extLst>
              <a:ext uri="{FF2B5EF4-FFF2-40B4-BE49-F238E27FC236}">
                <a16:creationId xmlns:a16="http://schemas.microsoft.com/office/drawing/2014/main" id="{0D48EEDC-32BD-3311-6DF9-ACFCA2EC8C0C}"/>
              </a:ext>
            </a:extLst>
          </p:cNvPr>
          <p:cNvPicPr>
            <a:picLocks noChangeAspect="1"/>
          </p:cNvPicPr>
          <p:nvPr/>
        </p:nvPicPr>
        <p:blipFill>
          <a:blip r:embed="rId6"/>
          <a:stretch>
            <a:fillRect/>
          </a:stretch>
        </p:blipFill>
        <p:spPr>
          <a:xfrm>
            <a:off x="5782508" y="2571750"/>
            <a:ext cx="831300" cy="831300"/>
          </a:xfrm>
          <a:prstGeom prst="rect">
            <a:avLst/>
          </a:prstGeom>
        </p:spPr>
      </p:pic>
      <p:pic>
        <p:nvPicPr>
          <p:cNvPr id="6" name="Рисунок 5" descr="Делаем фронт на React, а ChatGPT будет нашим Redux редьюсером / Хабр">
            <a:extLst>
              <a:ext uri="{FF2B5EF4-FFF2-40B4-BE49-F238E27FC236}">
                <a16:creationId xmlns:a16="http://schemas.microsoft.com/office/drawing/2014/main" id="{8ED10CFD-231B-8B08-2AF6-3A773E5F2AB7}"/>
              </a:ext>
            </a:extLst>
          </p:cNvPr>
          <p:cNvPicPr>
            <a:picLocks noChangeAspect="1"/>
          </p:cNvPicPr>
          <p:nvPr/>
        </p:nvPicPr>
        <p:blipFill>
          <a:blip r:embed="rId7"/>
          <a:stretch>
            <a:fillRect/>
          </a:stretch>
        </p:blipFill>
        <p:spPr>
          <a:xfrm>
            <a:off x="6963283" y="2608266"/>
            <a:ext cx="1699285" cy="941687"/>
          </a:xfrm>
          <a:prstGeom prst="rect">
            <a:avLst/>
          </a:prstGeom>
        </p:spPr>
      </p:pic>
      <p:pic>
        <p:nvPicPr>
          <p:cNvPr id="8" name="Рисунок 7" descr="Your first program in Kotlin">
            <a:extLst>
              <a:ext uri="{FF2B5EF4-FFF2-40B4-BE49-F238E27FC236}">
                <a16:creationId xmlns:a16="http://schemas.microsoft.com/office/drawing/2014/main" id="{068E6E4B-B0A8-BCD4-9D9F-156F16A1BFDB}"/>
              </a:ext>
            </a:extLst>
          </p:cNvPr>
          <p:cNvPicPr>
            <a:picLocks noChangeAspect="1"/>
          </p:cNvPicPr>
          <p:nvPr/>
        </p:nvPicPr>
        <p:blipFill>
          <a:blip r:embed="rId8"/>
          <a:stretch>
            <a:fillRect/>
          </a:stretch>
        </p:blipFill>
        <p:spPr>
          <a:xfrm>
            <a:off x="5909737" y="3560681"/>
            <a:ext cx="2429953" cy="8313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1"/>
          <p:cNvSpPr txBox="1">
            <a:spLocks noGrp="1"/>
          </p:cNvSpPr>
          <p:nvPr>
            <p:ph type="title"/>
          </p:nvPr>
        </p:nvSpPr>
        <p:spPr>
          <a:xfrm>
            <a:off x="311700" y="0"/>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UA" sz="3200" noProof="1"/>
              <a:t>Приклад реалізації: backend</a:t>
            </a:r>
          </a:p>
        </p:txBody>
      </p:sp>
      <p:pic>
        <p:nvPicPr>
          <p:cNvPr id="122" name="Google Shape;122;p21"/>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68800C66-AABB-EFA8-12F4-0C56A1243712}"/>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noProof="1" smtClean="0"/>
              <a:t>11</a:t>
            </a:fld>
            <a:endParaRPr lang="uk-UA" noProof="1"/>
          </a:p>
        </p:txBody>
      </p:sp>
      <p:pic>
        <p:nvPicPr>
          <p:cNvPr id="6" name="Рисунок 5">
            <a:extLst>
              <a:ext uri="{FF2B5EF4-FFF2-40B4-BE49-F238E27FC236}">
                <a16:creationId xmlns:a16="http://schemas.microsoft.com/office/drawing/2014/main" id="{2F00D9C2-B1FA-D17C-04B6-B74F27AF7C9B}"/>
              </a:ext>
            </a:extLst>
          </p:cNvPr>
          <p:cNvPicPr>
            <a:picLocks noChangeAspect="1"/>
          </p:cNvPicPr>
          <p:nvPr/>
        </p:nvPicPr>
        <p:blipFill>
          <a:blip r:embed="rId4"/>
          <a:stretch>
            <a:fillRect/>
          </a:stretch>
        </p:blipFill>
        <p:spPr>
          <a:xfrm>
            <a:off x="2253010" y="1426441"/>
            <a:ext cx="4637980" cy="3304561"/>
          </a:xfrm>
          <a:prstGeom prst="rect">
            <a:avLst/>
          </a:prstGeom>
        </p:spPr>
      </p:pic>
      <p:sp>
        <p:nvSpPr>
          <p:cNvPr id="8" name="TextBox 7">
            <a:extLst>
              <a:ext uri="{FF2B5EF4-FFF2-40B4-BE49-F238E27FC236}">
                <a16:creationId xmlns:a16="http://schemas.microsoft.com/office/drawing/2014/main" id="{754F7028-7B7C-E2EB-7C49-597F602F4514}"/>
              </a:ext>
            </a:extLst>
          </p:cNvPr>
          <p:cNvSpPr txBox="1"/>
          <p:nvPr/>
        </p:nvSpPr>
        <p:spPr>
          <a:xfrm>
            <a:off x="311700" y="827028"/>
            <a:ext cx="8036141" cy="523220"/>
          </a:xfrm>
          <a:prstGeom prst="rect">
            <a:avLst/>
          </a:prstGeom>
          <a:noFill/>
        </p:spPr>
        <p:txBody>
          <a:bodyPr wrap="square">
            <a:spAutoFit/>
          </a:bodyPr>
          <a:lstStyle/>
          <a:p>
            <a:r>
              <a:rPr lang="uk-UA" noProof="1">
                <a:latin typeface="Open Sans" panose="020B0606030504020204" pitchFamily="34" charset="0"/>
                <a:ea typeface="Open Sans" panose="020B0606030504020204" pitchFamily="34" charset="0"/>
                <a:cs typeface="Open Sans" panose="020B0606030504020204" pitchFamily="34" charset="0"/>
              </a:rPr>
              <a:t>Сервісний метод створення замовлення: валідація бізнес-правил, обчислення вартості та делегування збереження репозиторію.</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C458801A-B209-E8C6-203D-3EE6D03C5F9E}"/>
            </a:ext>
          </a:extLst>
        </p:cNvPr>
        <p:cNvGrpSpPr/>
        <p:nvPr/>
      </p:nvGrpSpPr>
      <p:grpSpPr>
        <a:xfrm>
          <a:off x="0" y="0"/>
          <a:ext cx="0" cy="0"/>
          <a:chOff x="0" y="0"/>
          <a:chExt cx="0" cy="0"/>
        </a:xfrm>
      </p:grpSpPr>
      <p:sp>
        <p:nvSpPr>
          <p:cNvPr id="120" name="Google Shape;120;p21">
            <a:extLst>
              <a:ext uri="{FF2B5EF4-FFF2-40B4-BE49-F238E27FC236}">
                <a16:creationId xmlns:a16="http://schemas.microsoft.com/office/drawing/2014/main" id="{3DF1986E-3C4F-B613-2489-BFBF0F3F060E}"/>
              </a:ext>
            </a:extLst>
          </p:cNvPr>
          <p:cNvSpPr txBox="1">
            <a:spLocks noGrp="1"/>
          </p:cNvSpPr>
          <p:nvPr>
            <p:ph type="title"/>
          </p:nvPr>
        </p:nvSpPr>
        <p:spPr>
          <a:xfrm>
            <a:off x="311700" y="0"/>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 sz="3200" dirty="0"/>
              <a:t>Приклад реалізації</a:t>
            </a:r>
            <a:r>
              <a:rPr lang="en-US" sz="3200" dirty="0"/>
              <a:t>: frontend</a:t>
            </a:r>
            <a:endParaRPr sz="3200" dirty="0"/>
          </a:p>
        </p:txBody>
      </p:sp>
      <p:pic>
        <p:nvPicPr>
          <p:cNvPr id="122" name="Google Shape;122;p21">
            <a:extLst>
              <a:ext uri="{FF2B5EF4-FFF2-40B4-BE49-F238E27FC236}">
                <a16:creationId xmlns:a16="http://schemas.microsoft.com/office/drawing/2014/main" id="{45260A1C-BB55-7ACD-8156-EE9CBDA400A5}"/>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6F925755-32DA-0DC1-24DF-22C5115217E4}"/>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12</a:t>
            </a:fld>
            <a:endParaRPr lang="uk-UA" dirty="0"/>
          </a:p>
        </p:txBody>
      </p:sp>
      <p:pic>
        <p:nvPicPr>
          <p:cNvPr id="4" name="Рисунок 3">
            <a:extLst>
              <a:ext uri="{FF2B5EF4-FFF2-40B4-BE49-F238E27FC236}">
                <a16:creationId xmlns:a16="http://schemas.microsoft.com/office/drawing/2014/main" id="{22B3951E-1B75-FB94-148E-9BB02898B157}"/>
              </a:ext>
            </a:extLst>
          </p:cNvPr>
          <p:cNvPicPr>
            <a:picLocks noChangeAspect="1"/>
          </p:cNvPicPr>
          <p:nvPr/>
        </p:nvPicPr>
        <p:blipFill>
          <a:blip r:embed="rId4"/>
          <a:stretch>
            <a:fillRect/>
          </a:stretch>
        </p:blipFill>
        <p:spPr>
          <a:xfrm>
            <a:off x="465083" y="1148968"/>
            <a:ext cx="5139558" cy="1426885"/>
          </a:xfrm>
          <a:prstGeom prst="rect">
            <a:avLst/>
          </a:prstGeom>
        </p:spPr>
      </p:pic>
      <p:sp>
        <p:nvSpPr>
          <p:cNvPr id="6" name="TextBox 5">
            <a:extLst>
              <a:ext uri="{FF2B5EF4-FFF2-40B4-BE49-F238E27FC236}">
                <a16:creationId xmlns:a16="http://schemas.microsoft.com/office/drawing/2014/main" id="{97E1A019-3B79-BABA-506E-350EC2EC0BC5}"/>
              </a:ext>
            </a:extLst>
          </p:cNvPr>
          <p:cNvSpPr txBox="1"/>
          <p:nvPr/>
        </p:nvSpPr>
        <p:spPr>
          <a:xfrm>
            <a:off x="394139" y="831300"/>
            <a:ext cx="4587764" cy="307777"/>
          </a:xfrm>
          <a:prstGeom prst="rect">
            <a:avLst/>
          </a:prstGeom>
          <a:noFill/>
        </p:spPr>
        <p:txBody>
          <a:bodyPr wrap="square">
            <a:spAutoFit/>
          </a:bodyPr>
          <a:lstStyle/>
          <a:p>
            <a:r>
              <a:rPr lang="uk-UA" dirty="0">
                <a:solidFill>
                  <a:schemeClr val="tx1"/>
                </a:solidFill>
                <a:latin typeface="Open Sans" panose="020B0606030504020204" pitchFamily="34" charset="0"/>
                <a:ea typeface="Open Sans" panose="020B0606030504020204" pitchFamily="34" charset="0"/>
                <a:cs typeface="Open Sans" panose="020B0606030504020204" pitchFamily="34" charset="0"/>
              </a:rPr>
              <a:t>Синхронізація карти зі станом </a:t>
            </a:r>
          </a:p>
        </p:txBody>
      </p:sp>
      <p:sp>
        <p:nvSpPr>
          <p:cNvPr id="8" name="TextBox 7">
            <a:extLst>
              <a:ext uri="{FF2B5EF4-FFF2-40B4-BE49-F238E27FC236}">
                <a16:creationId xmlns:a16="http://schemas.microsoft.com/office/drawing/2014/main" id="{77DE33A9-0D77-5CAC-2C08-6E687D6811CB}"/>
              </a:ext>
            </a:extLst>
          </p:cNvPr>
          <p:cNvSpPr txBox="1"/>
          <p:nvPr/>
        </p:nvSpPr>
        <p:spPr>
          <a:xfrm>
            <a:off x="3176752" y="2595400"/>
            <a:ext cx="4966138" cy="523220"/>
          </a:xfrm>
          <a:prstGeom prst="rect">
            <a:avLst/>
          </a:prstGeom>
          <a:noFill/>
        </p:spPr>
        <p:txBody>
          <a:bodyPr wrap="square">
            <a:spAutoFit/>
          </a:bodyPr>
          <a:lstStyle/>
          <a:p>
            <a:r>
              <a:rPr lang="uk-UA" dirty="0">
                <a:solidFill>
                  <a:schemeClr val="tx1"/>
                </a:solidFill>
                <a:latin typeface="Open Sans" panose="020B0606030504020204" pitchFamily="34" charset="0"/>
                <a:ea typeface="Open Sans" panose="020B0606030504020204" pitchFamily="34" charset="0"/>
                <a:cs typeface="Open Sans" panose="020B0606030504020204" pitchFamily="34" charset="0"/>
              </a:rPr>
              <a:t>Каскадне завантаження категорій та відповідних </a:t>
            </a:r>
            <a:r>
              <a:rPr lang="uk-UA" dirty="0">
                <a:latin typeface="Open Sans" panose="020B0606030504020204" pitchFamily="34" charset="0"/>
                <a:ea typeface="Open Sans" panose="020B0606030504020204" pitchFamily="34" charset="0"/>
                <a:cs typeface="Open Sans" panose="020B0606030504020204" pitchFamily="34" charset="0"/>
              </a:rPr>
              <a:t>послуги</a:t>
            </a:r>
          </a:p>
        </p:txBody>
      </p:sp>
      <p:pic>
        <p:nvPicPr>
          <p:cNvPr id="10" name="Рисунок 9">
            <a:extLst>
              <a:ext uri="{FF2B5EF4-FFF2-40B4-BE49-F238E27FC236}">
                <a16:creationId xmlns:a16="http://schemas.microsoft.com/office/drawing/2014/main" id="{CDFCBDA6-68DE-30AC-6081-3F36A4B3543C}"/>
              </a:ext>
            </a:extLst>
          </p:cNvPr>
          <p:cNvPicPr>
            <a:picLocks noChangeAspect="1"/>
          </p:cNvPicPr>
          <p:nvPr/>
        </p:nvPicPr>
        <p:blipFill>
          <a:blip r:embed="rId5"/>
          <a:stretch>
            <a:fillRect/>
          </a:stretch>
        </p:blipFill>
        <p:spPr>
          <a:xfrm>
            <a:off x="3238377" y="2893521"/>
            <a:ext cx="5319425" cy="1951964"/>
          </a:xfrm>
          <a:prstGeom prst="rect">
            <a:avLst/>
          </a:prstGeom>
        </p:spPr>
      </p:pic>
    </p:spTree>
    <p:extLst>
      <p:ext uri="{BB962C8B-B14F-4D97-AF65-F5344CB8AC3E}">
        <p14:creationId xmlns:p14="http://schemas.microsoft.com/office/powerpoint/2010/main" val="26974801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B5CF53AC-584D-A32A-FFF9-F9773A8F59B6}"/>
            </a:ext>
          </a:extLst>
        </p:cNvPr>
        <p:cNvGrpSpPr/>
        <p:nvPr/>
      </p:nvGrpSpPr>
      <p:grpSpPr>
        <a:xfrm>
          <a:off x="0" y="0"/>
          <a:ext cx="0" cy="0"/>
          <a:chOff x="0" y="0"/>
          <a:chExt cx="0" cy="0"/>
        </a:xfrm>
      </p:grpSpPr>
      <p:sp>
        <p:nvSpPr>
          <p:cNvPr id="120" name="Google Shape;120;p21">
            <a:extLst>
              <a:ext uri="{FF2B5EF4-FFF2-40B4-BE49-F238E27FC236}">
                <a16:creationId xmlns:a16="http://schemas.microsoft.com/office/drawing/2014/main" id="{F43A09C2-0A52-C9D7-8B93-53483F613D44}"/>
              </a:ext>
            </a:extLst>
          </p:cNvPr>
          <p:cNvSpPr txBox="1">
            <a:spLocks noGrp="1"/>
          </p:cNvSpPr>
          <p:nvPr>
            <p:ph type="title"/>
          </p:nvPr>
        </p:nvSpPr>
        <p:spPr>
          <a:xfrm>
            <a:off x="311700" y="0"/>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UA" sz="3200" noProof="1"/>
              <a:t>Приклад реалізації: mobile</a:t>
            </a:r>
          </a:p>
        </p:txBody>
      </p:sp>
      <p:pic>
        <p:nvPicPr>
          <p:cNvPr id="122" name="Google Shape;122;p21">
            <a:extLst>
              <a:ext uri="{FF2B5EF4-FFF2-40B4-BE49-F238E27FC236}">
                <a16:creationId xmlns:a16="http://schemas.microsoft.com/office/drawing/2014/main" id="{559AB298-78DC-6A21-DFE7-ECAE87979EB3}"/>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9AF93072-4B56-B880-53E0-B9DDE48D67A5}"/>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noProof="1" smtClean="0"/>
              <a:t>13</a:t>
            </a:fld>
            <a:endParaRPr lang="uk-UA" noProof="1"/>
          </a:p>
        </p:txBody>
      </p:sp>
      <p:sp>
        <p:nvSpPr>
          <p:cNvPr id="8" name="TextBox 7">
            <a:extLst>
              <a:ext uri="{FF2B5EF4-FFF2-40B4-BE49-F238E27FC236}">
                <a16:creationId xmlns:a16="http://schemas.microsoft.com/office/drawing/2014/main" id="{8A3EB400-74F7-CB77-717C-26CF320834A1}"/>
              </a:ext>
            </a:extLst>
          </p:cNvPr>
          <p:cNvSpPr txBox="1"/>
          <p:nvPr/>
        </p:nvSpPr>
        <p:spPr>
          <a:xfrm>
            <a:off x="425669" y="756085"/>
            <a:ext cx="4288221" cy="461665"/>
          </a:xfrm>
          <a:prstGeom prst="rect">
            <a:avLst/>
          </a:prstGeom>
          <a:noFill/>
        </p:spPr>
        <p:txBody>
          <a:bodyPr wrap="square">
            <a:spAutoFit/>
          </a:bodyPr>
          <a:lstStyle/>
          <a:p>
            <a:r>
              <a:rPr lang="uk-UA" sz="1200" noProof="1">
                <a:solidFill>
                  <a:schemeClr val="tx1"/>
                </a:solidFill>
                <a:latin typeface="Open Sans" panose="020B0606030504020204" pitchFamily="34" charset="0"/>
                <a:ea typeface="Open Sans" panose="020B0606030504020204" pitchFamily="34" charset="0"/>
                <a:cs typeface="Open Sans" panose="020B0606030504020204" pitchFamily="34" charset="0"/>
              </a:rPr>
              <a:t>Підписка на LiveData: оновлення списку, обробка помилок і реакція на зміну статусу замовлення.</a:t>
            </a:r>
          </a:p>
        </p:txBody>
      </p:sp>
      <p:pic>
        <p:nvPicPr>
          <p:cNvPr id="10" name="Рисунок 9">
            <a:extLst>
              <a:ext uri="{FF2B5EF4-FFF2-40B4-BE49-F238E27FC236}">
                <a16:creationId xmlns:a16="http://schemas.microsoft.com/office/drawing/2014/main" id="{4A00B218-ACFB-0FFD-120F-7DC3C4A7145D}"/>
              </a:ext>
            </a:extLst>
          </p:cNvPr>
          <p:cNvPicPr>
            <a:picLocks noChangeAspect="1"/>
          </p:cNvPicPr>
          <p:nvPr/>
        </p:nvPicPr>
        <p:blipFill>
          <a:blip r:embed="rId4"/>
          <a:stretch>
            <a:fillRect/>
          </a:stretch>
        </p:blipFill>
        <p:spPr>
          <a:xfrm>
            <a:off x="493722" y="1333073"/>
            <a:ext cx="4079964" cy="2639977"/>
          </a:xfrm>
          <a:prstGeom prst="rect">
            <a:avLst/>
          </a:prstGeom>
        </p:spPr>
      </p:pic>
      <p:sp>
        <p:nvSpPr>
          <p:cNvPr id="12" name="TextBox 11">
            <a:extLst>
              <a:ext uri="{FF2B5EF4-FFF2-40B4-BE49-F238E27FC236}">
                <a16:creationId xmlns:a16="http://schemas.microsoft.com/office/drawing/2014/main" id="{0A88E88B-99FC-8E0F-B047-EEDB0B99FFE8}"/>
              </a:ext>
            </a:extLst>
          </p:cNvPr>
          <p:cNvSpPr txBox="1"/>
          <p:nvPr/>
        </p:nvSpPr>
        <p:spPr>
          <a:xfrm>
            <a:off x="4827859" y="708847"/>
            <a:ext cx="3821333" cy="646331"/>
          </a:xfrm>
          <a:prstGeom prst="rect">
            <a:avLst/>
          </a:prstGeom>
          <a:noFill/>
        </p:spPr>
        <p:txBody>
          <a:bodyPr wrap="square">
            <a:spAutoFit/>
          </a:bodyPr>
          <a:lstStyle/>
          <a:p>
            <a:r>
              <a:rPr lang="uk-UA" sz="1200" noProof="1">
                <a:solidFill>
                  <a:schemeClr val="tx1"/>
                </a:solidFill>
                <a:latin typeface="Open Sans" panose="020B0606030504020204" pitchFamily="34" charset="0"/>
                <a:ea typeface="Open Sans" panose="020B0606030504020204" pitchFamily="34" charset="0"/>
                <a:cs typeface="Open Sans" panose="020B0606030504020204" pitchFamily="34" charset="0"/>
              </a:rPr>
              <a:t>Динамічне перемикання мови через збереження локалі в SharedPreferences та перезапуск Activity з recreate().</a:t>
            </a:r>
          </a:p>
        </p:txBody>
      </p:sp>
      <p:pic>
        <p:nvPicPr>
          <p:cNvPr id="14" name="Рисунок 13">
            <a:extLst>
              <a:ext uri="{FF2B5EF4-FFF2-40B4-BE49-F238E27FC236}">
                <a16:creationId xmlns:a16="http://schemas.microsoft.com/office/drawing/2014/main" id="{9AAFA13D-9DFC-63E4-12B2-D70EAD123C2C}"/>
              </a:ext>
            </a:extLst>
          </p:cNvPr>
          <p:cNvPicPr>
            <a:picLocks noChangeAspect="1"/>
          </p:cNvPicPr>
          <p:nvPr/>
        </p:nvPicPr>
        <p:blipFill>
          <a:blip r:embed="rId5"/>
          <a:stretch>
            <a:fillRect/>
          </a:stretch>
        </p:blipFill>
        <p:spPr>
          <a:xfrm>
            <a:off x="4889967" y="1519592"/>
            <a:ext cx="3961662" cy="2221493"/>
          </a:xfrm>
          <a:prstGeom prst="rect">
            <a:avLst/>
          </a:prstGeom>
        </p:spPr>
      </p:pic>
    </p:spTree>
    <p:extLst>
      <p:ext uri="{BB962C8B-B14F-4D97-AF65-F5344CB8AC3E}">
        <p14:creationId xmlns:p14="http://schemas.microsoft.com/office/powerpoint/2010/main" val="1144596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2"/>
          <p:cNvSpPr txBox="1">
            <a:spLocks noGrp="1"/>
          </p:cNvSpPr>
          <p:nvPr>
            <p:ph type="title"/>
          </p:nvPr>
        </p:nvSpPr>
        <p:spPr>
          <a:xfrm>
            <a:off x="311700" y="1486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 sz="3200" dirty="0"/>
              <a:t>Інтерфейс користувача</a:t>
            </a:r>
            <a:r>
              <a:rPr lang="uk-UA" sz="3200" dirty="0"/>
              <a:t>: клієнт</a:t>
            </a:r>
            <a:endParaRPr sz="3200" dirty="0"/>
          </a:p>
        </p:txBody>
      </p:sp>
      <p:pic>
        <p:nvPicPr>
          <p:cNvPr id="129" name="Google Shape;129;p22"/>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A28D948D-369C-B702-98D8-76BFF8794D17}"/>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14</a:t>
            </a:fld>
            <a:endParaRPr lang="uk-UA" dirty="0"/>
          </a:p>
        </p:txBody>
      </p:sp>
      <p:pic>
        <p:nvPicPr>
          <p:cNvPr id="8" name="Рисунок 7">
            <a:extLst>
              <a:ext uri="{FF2B5EF4-FFF2-40B4-BE49-F238E27FC236}">
                <a16:creationId xmlns:a16="http://schemas.microsoft.com/office/drawing/2014/main" id="{B36CA956-5F45-3E7B-90E8-69D51C0FD1DE}"/>
              </a:ext>
            </a:extLst>
          </p:cNvPr>
          <p:cNvPicPr>
            <a:picLocks noChangeAspect="1"/>
          </p:cNvPicPr>
          <p:nvPr/>
        </p:nvPicPr>
        <p:blipFill>
          <a:blip r:embed="rId4"/>
          <a:stretch>
            <a:fillRect/>
          </a:stretch>
        </p:blipFill>
        <p:spPr>
          <a:xfrm>
            <a:off x="3941379" y="1042987"/>
            <a:ext cx="4690242" cy="2345121"/>
          </a:xfrm>
          <a:prstGeom prst="rect">
            <a:avLst/>
          </a:prstGeom>
          <a:ln>
            <a:solidFill>
              <a:schemeClr val="tx1"/>
            </a:solidFill>
          </a:ln>
        </p:spPr>
      </p:pic>
      <p:pic>
        <p:nvPicPr>
          <p:cNvPr id="10" name="Рисунок 9">
            <a:extLst>
              <a:ext uri="{FF2B5EF4-FFF2-40B4-BE49-F238E27FC236}">
                <a16:creationId xmlns:a16="http://schemas.microsoft.com/office/drawing/2014/main" id="{6979A464-2811-0FD5-2829-48F85AF7C1FA}"/>
              </a:ext>
            </a:extLst>
          </p:cNvPr>
          <p:cNvPicPr>
            <a:picLocks noChangeAspect="1"/>
          </p:cNvPicPr>
          <p:nvPr/>
        </p:nvPicPr>
        <p:blipFill>
          <a:blip r:embed="rId5"/>
          <a:stretch>
            <a:fillRect/>
          </a:stretch>
        </p:blipFill>
        <p:spPr>
          <a:xfrm>
            <a:off x="400033" y="1811225"/>
            <a:ext cx="4471512" cy="2213838"/>
          </a:xfrm>
          <a:prstGeom prst="rect">
            <a:avLst/>
          </a:prstGeom>
          <a:ln>
            <a:solidFill>
              <a:schemeClr val="tx1"/>
            </a:solid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6">
          <a:extLst>
            <a:ext uri="{FF2B5EF4-FFF2-40B4-BE49-F238E27FC236}">
              <a16:creationId xmlns:a16="http://schemas.microsoft.com/office/drawing/2014/main" id="{FD8DD24B-EF61-59C2-C2D2-FF887423D83C}"/>
            </a:ext>
          </a:extLst>
        </p:cNvPr>
        <p:cNvGrpSpPr/>
        <p:nvPr/>
      </p:nvGrpSpPr>
      <p:grpSpPr>
        <a:xfrm>
          <a:off x="0" y="0"/>
          <a:ext cx="0" cy="0"/>
          <a:chOff x="0" y="0"/>
          <a:chExt cx="0" cy="0"/>
        </a:xfrm>
      </p:grpSpPr>
      <p:sp>
        <p:nvSpPr>
          <p:cNvPr id="127" name="Google Shape;127;p22">
            <a:extLst>
              <a:ext uri="{FF2B5EF4-FFF2-40B4-BE49-F238E27FC236}">
                <a16:creationId xmlns:a16="http://schemas.microsoft.com/office/drawing/2014/main" id="{BF4CC3A5-D63E-5698-7718-4C2C687DF114}"/>
              </a:ext>
            </a:extLst>
          </p:cNvPr>
          <p:cNvSpPr txBox="1">
            <a:spLocks noGrp="1"/>
          </p:cNvSpPr>
          <p:nvPr>
            <p:ph type="title"/>
          </p:nvPr>
        </p:nvSpPr>
        <p:spPr>
          <a:xfrm>
            <a:off x="311700" y="1486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 sz="3200" dirty="0"/>
              <a:t>Інтерфейс користувача</a:t>
            </a:r>
            <a:r>
              <a:rPr lang="uk-UA" sz="3200" dirty="0"/>
              <a:t>: адміністратор</a:t>
            </a:r>
            <a:endParaRPr sz="3200" dirty="0"/>
          </a:p>
        </p:txBody>
      </p:sp>
      <p:pic>
        <p:nvPicPr>
          <p:cNvPr id="129" name="Google Shape;129;p22">
            <a:extLst>
              <a:ext uri="{FF2B5EF4-FFF2-40B4-BE49-F238E27FC236}">
                <a16:creationId xmlns:a16="http://schemas.microsoft.com/office/drawing/2014/main" id="{0984389F-7C4E-0A66-FE58-CB187A4B7D59}"/>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866C334A-5F64-56FA-5AD6-64DA4B599A21}"/>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15</a:t>
            </a:fld>
            <a:endParaRPr lang="uk-UA" dirty="0"/>
          </a:p>
        </p:txBody>
      </p:sp>
      <p:pic>
        <p:nvPicPr>
          <p:cNvPr id="8" name="Рисунок 7">
            <a:extLst>
              <a:ext uri="{FF2B5EF4-FFF2-40B4-BE49-F238E27FC236}">
                <a16:creationId xmlns:a16="http://schemas.microsoft.com/office/drawing/2014/main" id="{1F327814-F495-1150-30DC-DA80FF7CC672}"/>
              </a:ext>
            </a:extLst>
          </p:cNvPr>
          <p:cNvPicPr>
            <a:picLocks noChangeAspect="1"/>
          </p:cNvPicPr>
          <p:nvPr/>
        </p:nvPicPr>
        <p:blipFill>
          <a:blip r:embed="rId4"/>
          <a:stretch>
            <a:fillRect/>
          </a:stretch>
        </p:blipFill>
        <p:spPr>
          <a:xfrm>
            <a:off x="3529060" y="979925"/>
            <a:ext cx="5181389" cy="2474795"/>
          </a:xfrm>
          <a:prstGeom prst="rect">
            <a:avLst/>
          </a:prstGeom>
          <a:ln>
            <a:solidFill>
              <a:schemeClr val="tx1"/>
            </a:solidFill>
          </a:ln>
        </p:spPr>
      </p:pic>
      <p:pic>
        <p:nvPicPr>
          <p:cNvPr id="6" name="Рисунок 5">
            <a:extLst>
              <a:ext uri="{FF2B5EF4-FFF2-40B4-BE49-F238E27FC236}">
                <a16:creationId xmlns:a16="http://schemas.microsoft.com/office/drawing/2014/main" id="{F8654609-DF62-1EBF-020A-9D64B19BCFBF}"/>
              </a:ext>
            </a:extLst>
          </p:cNvPr>
          <p:cNvPicPr>
            <a:picLocks noChangeAspect="1"/>
          </p:cNvPicPr>
          <p:nvPr/>
        </p:nvPicPr>
        <p:blipFill>
          <a:blip r:embed="rId5"/>
          <a:stretch>
            <a:fillRect/>
          </a:stretch>
        </p:blipFill>
        <p:spPr>
          <a:xfrm>
            <a:off x="268924" y="1961706"/>
            <a:ext cx="4515909" cy="2123041"/>
          </a:xfrm>
          <a:prstGeom prst="rect">
            <a:avLst/>
          </a:prstGeom>
          <a:ln>
            <a:solidFill>
              <a:schemeClr val="tx1"/>
            </a:solidFill>
          </a:ln>
        </p:spPr>
      </p:pic>
    </p:spTree>
    <p:extLst>
      <p:ext uri="{BB962C8B-B14F-4D97-AF65-F5344CB8AC3E}">
        <p14:creationId xmlns:p14="http://schemas.microsoft.com/office/powerpoint/2010/main" val="1892508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6">
          <a:extLst>
            <a:ext uri="{FF2B5EF4-FFF2-40B4-BE49-F238E27FC236}">
              <a16:creationId xmlns:a16="http://schemas.microsoft.com/office/drawing/2014/main" id="{B439D194-77C1-17C9-FAAC-834EB4687A31}"/>
            </a:ext>
          </a:extLst>
        </p:cNvPr>
        <p:cNvGrpSpPr/>
        <p:nvPr/>
      </p:nvGrpSpPr>
      <p:grpSpPr>
        <a:xfrm>
          <a:off x="0" y="0"/>
          <a:ext cx="0" cy="0"/>
          <a:chOff x="0" y="0"/>
          <a:chExt cx="0" cy="0"/>
        </a:xfrm>
      </p:grpSpPr>
      <p:sp>
        <p:nvSpPr>
          <p:cNvPr id="127" name="Google Shape;127;p22">
            <a:extLst>
              <a:ext uri="{FF2B5EF4-FFF2-40B4-BE49-F238E27FC236}">
                <a16:creationId xmlns:a16="http://schemas.microsoft.com/office/drawing/2014/main" id="{A2BD129A-4339-F590-2A95-3D80207B1CFF}"/>
              </a:ext>
            </a:extLst>
          </p:cNvPr>
          <p:cNvSpPr txBox="1">
            <a:spLocks noGrp="1"/>
          </p:cNvSpPr>
          <p:nvPr>
            <p:ph type="title"/>
          </p:nvPr>
        </p:nvSpPr>
        <p:spPr>
          <a:xfrm>
            <a:off x="311700" y="1486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 sz="3200" dirty="0"/>
              <a:t>Інтерфейс користувача</a:t>
            </a:r>
            <a:r>
              <a:rPr lang="uk-UA" sz="3200" dirty="0"/>
              <a:t>: кур’єр</a:t>
            </a:r>
            <a:endParaRPr sz="3200" dirty="0"/>
          </a:p>
        </p:txBody>
      </p:sp>
      <p:pic>
        <p:nvPicPr>
          <p:cNvPr id="129" name="Google Shape;129;p22">
            <a:extLst>
              <a:ext uri="{FF2B5EF4-FFF2-40B4-BE49-F238E27FC236}">
                <a16:creationId xmlns:a16="http://schemas.microsoft.com/office/drawing/2014/main" id="{530530C6-9058-E8DA-EF72-5E86BBAA8DFF}"/>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93BC68F5-2D3B-FCE5-F8CD-1A7DDFCF3496}"/>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16</a:t>
            </a:fld>
            <a:endParaRPr lang="uk-UA" dirty="0"/>
          </a:p>
        </p:txBody>
      </p:sp>
      <p:pic>
        <p:nvPicPr>
          <p:cNvPr id="6" name="Рисунок 5">
            <a:extLst>
              <a:ext uri="{FF2B5EF4-FFF2-40B4-BE49-F238E27FC236}">
                <a16:creationId xmlns:a16="http://schemas.microsoft.com/office/drawing/2014/main" id="{283E0131-B395-E07A-92FA-A05D4B4382FF}"/>
              </a:ext>
            </a:extLst>
          </p:cNvPr>
          <p:cNvPicPr>
            <a:picLocks noChangeAspect="1"/>
          </p:cNvPicPr>
          <p:nvPr/>
        </p:nvPicPr>
        <p:blipFill>
          <a:blip r:embed="rId4"/>
          <a:stretch>
            <a:fillRect/>
          </a:stretch>
        </p:blipFill>
        <p:spPr>
          <a:xfrm>
            <a:off x="1641645" y="979925"/>
            <a:ext cx="1747229" cy="36264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8" name="Рисунок 7">
            <a:extLst>
              <a:ext uri="{FF2B5EF4-FFF2-40B4-BE49-F238E27FC236}">
                <a16:creationId xmlns:a16="http://schemas.microsoft.com/office/drawing/2014/main" id="{85FFDD03-F2F2-642D-FD21-04BEF38AA7A5}"/>
              </a:ext>
            </a:extLst>
          </p:cNvPr>
          <p:cNvPicPr>
            <a:picLocks noChangeAspect="1"/>
          </p:cNvPicPr>
          <p:nvPr/>
        </p:nvPicPr>
        <p:blipFill>
          <a:blip r:embed="rId5"/>
          <a:stretch>
            <a:fillRect/>
          </a:stretch>
        </p:blipFill>
        <p:spPr>
          <a:xfrm>
            <a:off x="3712264" y="979925"/>
            <a:ext cx="1719471" cy="36264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0" name="Рисунок 9">
            <a:extLst>
              <a:ext uri="{FF2B5EF4-FFF2-40B4-BE49-F238E27FC236}">
                <a16:creationId xmlns:a16="http://schemas.microsoft.com/office/drawing/2014/main" id="{C6944AF6-B9E1-5D24-17CA-337341415519}"/>
              </a:ext>
            </a:extLst>
          </p:cNvPr>
          <p:cNvPicPr>
            <a:picLocks noChangeAspect="1"/>
          </p:cNvPicPr>
          <p:nvPr/>
        </p:nvPicPr>
        <p:blipFill>
          <a:blip r:embed="rId6"/>
          <a:stretch>
            <a:fillRect/>
          </a:stretch>
        </p:blipFill>
        <p:spPr>
          <a:xfrm>
            <a:off x="5755125" y="979925"/>
            <a:ext cx="1746255" cy="36264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636656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4"/>
          <p:cNvSpPr txBox="1">
            <a:spLocks noGrp="1"/>
          </p:cNvSpPr>
          <p:nvPr>
            <p:ph type="title"/>
          </p:nvPr>
        </p:nvSpPr>
        <p:spPr>
          <a:xfrm>
            <a:off x="311700" y="-35287"/>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 sz="3200" dirty="0"/>
              <a:t>Підсумки </a:t>
            </a:r>
            <a:endParaRPr sz="3200" dirty="0"/>
          </a:p>
        </p:txBody>
      </p:sp>
      <p:sp>
        <p:nvSpPr>
          <p:cNvPr id="200" name="Accent Line"/>
          <p:cNvSpPr/>
          <p:nvPr/>
        </p:nvSpPr>
        <p:spPr>
          <a:xfrm>
            <a:off x="399666" y="831300"/>
            <a:ext cx="1600000" cy="45000"/>
          </a:xfrm>
          <a:prstGeom prst="rect">
            <a:avLst/>
          </a:prstGeom>
          <a:solidFill>
            <a:srgbClr val="57BB8A"/>
          </a:solidFill>
          <a:ln>
            <a:noFill/>
          </a:ln>
        </p:spPr>
        <p:txBody>
          <a:bodyPr/>
          <a:lstStyle/>
          <a:p>
            <a:endParaRPr lang="uk-UA"/>
          </a:p>
        </p:txBody>
      </p:sp>
      <p:sp>
        <p:nvSpPr>
          <p:cNvPr id="142" name="Google Shape;142;p24"/>
          <p:cNvSpPr txBox="1">
            <a:spLocks noGrp="1"/>
          </p:cNvSpPr>
          <p:nvPr>
            <p:ph type="body" idx="1"/>
          </p:nvPr>
        </p:nvSpPr>
        <p:spPr>
          <a:xfrm>
            <a:off x="399666" y="1031401"/>
            <a:ext cx="8520600" cy="3736573"/>
          </a:xfrm>
          <a:prstGeom prst="rect">
            <a:avLst/>
          </a:prstGeom>
        </p:spPr>
        <p:txBody>
          <a:bodyPr spcFirstLastPara="1" wrap="square" lIns="91425" tIns="91425" rIns="91425" bIns="91425" anchor="t" anchorCtr="0">
            <a:noAutofit/>
          </a:bodyPr>
          <a:lstStyle/>
          <a:p>
            <a:pPr marL="0" lvl="0" indent="0">
              <a:spcAft>
                <a:spcPts val="300"/>
              </a:spcAft>
              <a:buNone/>
            </a:pPr>
            <a:r>
              <a:rPr lang="uk-UA" sz="1400" b="1" dirty="0">
                <a:solidFill>
                  <a:srgbClr val="455A64"/>
                </a:solidFill>
              </a:rPr>
              <a:t>Реалізована система</a:t>
            </a:r>
          </a:p>
          <a:p>
            <a:pPr marL="228600" lvl="0" indent="-228600">
              <a:spcBef>
                <a:spcPts val="300"/>
              </a:spcBef>
              <a:buClr>
                <a:srgbClr val="57BB8A"/>
              </a:buClr>
              <a:buFont typeface="Arial"/>
              <a:buChar char="▪"/>
            </a:pPr>
            <a:r>
              <a:rPr lang="uk-UA" sz="1200"/>
              <a:t>Серверна частина </a:t>
            </a:r>
            <a:r>
              <a:rPr lang="uk-UA" sz="1200" dirty="0"/>
              <a:t>на </a:t>
            </a:r>
            <a:r>
              <a:rPr lang="uk-UA" sz="1200"/>
              <a:t>FastAPI</a:t>
            </a:r>
            <a:r>
              <a:rPr lang="uk-UA" sz="1200" dirty="0"/>
              <a:t>, </a:t>
            </a:r>
            <a:r>
              <a:rPr lang="uk-UA" sz="1200"/>
              <a:t>веб-клієнт </a:t>
            </a:r>
            <a:r>
              <a:rPr lang="uk-UA" sz="1200" dirty="0"/>
              <a:t>на </a:t>
            </a:r>
            <a:r>
              <a:rPr lang="uk-UA" sz="1200"/>
              <a:t>React</a:t>
            </a:r>
            <a:r>
              <a:rPr lang="uk-UA" sz="1200" dirty="0"/>
              <a:t> </a:t>
            </a:r>
            <a:r>
              <a:rPr lang="uk-UA" sz="1200"/>
              <a:t>і мобільний Android-додаток </a:t>
            </a:r>
            <a:r>
              <a:rPr lang="uk-UA" sz="1200" dirty="0"/>
              <a:t>для кур'єрів</a:t>
            </a:r>
            <a:endParaRPr lang="uk-UA" sz="1200"/>
          </a:p>
          <a:p>
            <a:pPr marL="228600" lvl="0" indent="-228600">
              <a:spcBef>
                <a:spcPts val="300"/>
              </a:spcBef>
              <a:buClr>
                <a:srgbClr val="57BB8A"/>
              </a:buClr>
              <a:buFont typeface="Arial"/>
              <a:buChar char="▪"/>
            </a:pPr>
            <a:r>
              <a:rPr lang="uk-UA" sz="1200"/>
              <a:t>Бізнес-процеси</a:t>
            </a:r>
            <a:r>
              <a:rPr lang="uk-UA" sz="1200" dirty="0"/>
              <a:t>: оформлення замовлень, призначення кур'єрів, відстеження статусів</a:t>
            </a:r>
            <a:r>
              <a:rPr lang="uk-UA" sz="1200"/>
              <a:t>,</a:t>
            </a:r>
            <a:r>
              <a:rPr lang="uk-UA" sz="1200" dirty="0"/>
              <a:t> експорт звітності</a:t>
            </a:r>
            <a:endParaRPr lang="uk-UA" sz="1200"/>
          </a:p>
          <a:p>
            <a:pPr marL="228600" lvl="0" indent="-228600">
              <a:spcBef>
                <a:spcPts val="300"/>
              </a:spcBef>
              <a:buClr>
                <a:srgbClr val="57BB8A"/>
              </a:buClr>
              <a:buFont typeface="Arial"/>
              <a:buChar char="▪"/>
            </a:pPr>
            <a:r>
              <a:rPr lang="uk-UA" sz="1200" dirty="0"/>
              <a:t>Розгортання на Microsoft </a:t>
            </a:r>
            <a:r>
              <a:rPr lang="uk-UA" sz="1200"/>
              <a:t>Azure</a:t>
            </a:r>
            <a:r>
              <a:rPr lang="uk-UA" sz="1200" dirty="0"/>
              <a:t> </a:t>
            </a:r>
            <a:r>
              <a:rPr lang="uk-UA" sz="1200"/>
              <a:t>— </a:t>
            </a:r>
            <a:r>
              <a:rPr lang="uk-UA" sz="1200" dirty="0"/>
              <a:t>готовність до використання в реальних умовах</a:t>
            </a:r>
            <a:endParaRPr lang="uk-UA" sz="1200"/>
          </a:p>
          <a:p>
            <a:pPr marL="0" lvl="0" indent="0">
              <a:spcBef>
                <a:spcPts val="800"/>
              </a:spcBef>
              <a:spcAft>
                <a:spcPts val="300"/>
              </a:spcAft>
              <a:buNone/>
            </a:pPr>
            <a:r>
              <a:rPr lang="uk-UA" sz="1400" b="1" dirty="0">
                <a:solidFill>
                  <a:srgbClr val="455A64"/>
                </a:solidFill>
              </a:rPr>
              <a:t>Практичне застосування</a:t>
            </a:r>
          </a:p>
          <a:p>
            <a:pPr marL="228600" lvl="0" indent="-228600">
              <a:spcBef>
                <a:spcPts val="300"/>
              </a:spcBef>
              <a:buClr>
                <a:srgbClr val="57BB8A"/>
              </a:buClr>
              <a:buFont typeface="Arial"/>
              <a:buChar char="▪"/>
            </a:pPr>
            <a:r>
              <a:rPr lang="uk-UA" sz="1200"/>
              <a:t>Автоматизація </a:t>
            </a:r>
            <a:r>
              <a:rPr lang="uk-UA" sz="1200" dirty="0"/>
              <a:t>прийому та обробки замовлень, управління персоналом і логістики</a:t>
            </a:r>
            <a:r>
              <a:rPr lang="uk-UA" sz="1200"/>
              <a:t> для підприємств побутових послуг</a:t>
            </a:r>
          </a:p>
          <a:p>
            <a:pPr marL="228600" lvl="0" indent="-228600">
              <a:spcBef>
                <a:spcPts val="300"/>
              </a:spcBef>
              <a:buClr>
                <a:srgbClr val="57BB8A"/>
              </a:buClr>
              <a:buFont typeface="Arial"/>
              <a:buChar char="▪"/>
            </a:pPr>
            <a:r>
              <a:rPr lang="uk-UA" sz="1200" dirty="0"/>
              <a:t>Відкритий REST API </a:t>
            </a:r>
            <a:r>
              <a:rPr lang="uk-UA" sz="1200"/>
              <a:t>для інтеграції </a:t>
            </a:r>
            <a:r>
              <a:rPr lang="uk-UA" sz="1200" dirty="0"/>
              <a:t>з платіжними системами, CRM </a:t>
            </a:r>
            <a:r>
              <a:rPr lang="uk-UA" sz="1200"/>
              <a:t>та </a:t>
            </a:r>
            <a:r>
              <a:rPr lang="uk-UA" sz="1200" dirty="0"/>
              <a:t>сервісами SMS-сповіщень</a:t>
            </a:r>
            <a:endParaRPr lang="uk-UA" sz="1200"/>
          </a:p>
          <a:p>
            <a:pPr marL="0" lvl="0" indent="0">
              <a:spcBef>
                <a:spcPts val="800"/>
              </a:spcBef>
              <a:spcAft>
                <a:spcPts val="300"/>
              </a:spcAft>
              <a:buNone/>
            </a:pPr>
            <a:r>
              <a:rPr lang="uk-UA" sz="1400" b="1" dirty="0">
                <a:solidFill>
                  <a:srgbClr val="455A64"/>
                </a:solidFill>
              </a:rPr>
              <a:t>Подальший розвиток</a:t>
            </a:r>
          </a:p>
          <a:p>
            <a:pPr marL="228600" lvl="0" indent="-228600">
              <a:spcBef>
                <a:spcPts val="300"/>
              </a:spcBef>
              <a:buClr>
                <a:srgbClr val="57BB8A"/>
              </a:buClr>
              <a:buFont typeface="Arial"/>
              <a:buChar char="▪"/>
            </a:pPr>
            <a:r>
              <a:rPr lang="uk-UA" sz="1200"/>
              <a:t>Інтеграція </a:t>
            </a:r>
            <a:r>
              <a:rPr lang="uk-UA" sz="1200" dirty="0"/>
              <a:t>ШІ-асистента з </a:t>
            </a:r>
            <a:r>
              <a:rPr lang="uk-UA" sz="1200"/>
              <a:t>аналізом </a:t>
            </a:r>
            <a:r>
              <a:rPr lang="uk-UA" sz="1200" dirty="0"/>
              <a:t>фотографій виробів</a:t>
            </a:r>
            <a:endParaRPr lang="uk-UA" sz="1200"/>
          </a:p>
          <a:p>
            <a:pPr marL="228600" lvl="0" indent="-228600">
              <a:spcBef>
                <a:spcPts val="300"/>
              </a:spcBef>
              <a:buClr>
                <a:srgbClr val="57BB8A"/>
              </a:buClr>
              <a:buFont typeface="Arial"/>
              <a:buChar char="▪"/>
            </a:pPr>
            <a:r>
              <a:rPr lang="uk-UA" sz="1200"/>
              <a:t>Реалізація </a:t>
            </a:r>
            <a:r>
              <a:rPr lang="uk-UA" sz="1200" dirty="0"/>
              <a:t>онлайн-оплати</a:t>
            </a:r>
            <a:endParaRPr lang="uk-UA" sz="1200"/>
          </a:p>
          <a:p>
            <a:pPr marL="228600" lvl="0" indent="-228600">
              <a:spcBef>
                <a:spcPts val="300"/>
              </a:spcBef>
              <a:buClr>
                <a:srgbClr val="57BB8A"/>
              </a:buClr>
              <a:buFont typeface="Arial"/>
              <a:buChar char="▪"/>
            </a:pPr>
            <a:r>
              <a:rPr lang="uk-UA" sz="1200"/>
              <a:t>Push-сповіщення в Android-застосунку</a:t>
            </a:r>
          </a:p>
        </p:txBody>
      </p:sp>
      <p:pic>
        <p:nvPicPr>
          <p:cNvPr id="143" name="Google Shape;143;p24"/>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2B5B94D8-63F6-7EAC-6461-2DB4B135596F}"/>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17</a:t>
            </a:fld>
            <a:endParaRPr lang="uk-UA" dirty="0"/>
          </a:p>
        </p:txBody>
      </p:sp>
    </p:spTree>
  </p:cSld>
  <p:clrMapOvr>
    <a:masterClrMapping/>
  </p:clrMapOvr>
</p:sld>
</file>

<file path=ppt/theme/theme1.xml><?xml version="1.0" encoding="utf-8"?>
<a:theme xmlns:a="http://schemas.openxmlformats.org/drawingml/2006/main" name="Шаблон презентації кваліфікаційної роботи магістрів">
  <a:themeElements>
    <a:clrScheme name="Luxe">
      <a:dk1>
        <a:srgbClr val="1E2B33"/>
      </a:dk1>
      <a:lt1>
        <a:srgbClr val="FFFFFF"/>
      </a:lt1>
      <a:dk2>
        <a:srgbClr val="B7B7B7"/>
      </a:dk2>
      <a:lt2>
        <a:srgbClr val="3E5C6B"/>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Шаблон презентації кваліфікаційної роботи магістрів" id="{72E840FA-3155-46C9-BB37-701E4C9B1C67}" vid="{DC416FE5-D050-4603-AD75-8F49A0CCCB6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Шаблон_презентації_до_ККП_бакалавра_2025 (2)</Template>
  <TotalTime>965</TotalTime>
  <Words>856</Words>
  <Application>Microsoft Office PowerPoint</Application>
  <PresentationFormat>Екран (16:9)</PresentationFormat>
  <Paragraphs>100</Paragraphs>
  <Slides>17</Slides>
  <Notes>17</Notes>
  <HiddenSlides>0</HiddenSlides>
  <MMClips>0</MMClips>
  <ScaleCrop>false</ScaleCrop>
  <HeadingPairs>
    <vt:vector size="6" baseType="variant">
      <vt:variant>
        <vt:lpstr>Використані шрифти</vt:lpstr>
      </vt:variant>
      <vt:variant>
        <vt:i4>4</vt:i4>
      </vt:variant>
      <vt:variant>
        <vt:lpstr>Тема</vt:lpstr>
      </vt:variant>
      <vt:variant>
        <vt:i4>1</vt:i4>
      </vt:variant>
      <vt:variant>
        <vt:lpstr>Заголовки слайдів</vt:lpstr>
      </vt:variant>
      <vt:variant>
        <vt:i4>17</vt:i4>
      </vt:variant>
    </vt:vector>
  </HeadingPairs>
  <TitlesOfParts>
    <vt:vector size="22" baseType="lpstr">
      <vt:lpstr>Open Sans</vt:lpstr>
      <vt:lpstr>Wingdings</vt:lpstr>
      <vt:lpstr>Economica</vt:lpstr>
      <vt:lpstr>Arial</vt:lpstr>
      <vt:lpstr>Шаблон презентації кваліфікаційної роботи магістрів</vt:lpstr>
      <vt:lpstr>Програмна система для управління замовленнями та обслуговування клієнтів хімчистки</vt:lpstr>
      <vt:lpstr>Мета роботи</vt:lpstr>
      <vt:lpstr>Аналіз аналога: система Laundryheap</vt:lpstr>
      <vt:lpstr>Аналіз аналога: хімчистка Mink</vt:lpstr>
      <vt:lpstr>Аналіз аналога: платформа CleanCloud</vt:lpstr>
      <vt:lpstr>Аналіз аналога: CRM-система Zoho </vt:lpstr>
      <vt:lpstr>Постановка задачі та опис системи</vt:lpstr>
      <vt:lpstr>Вибір технологій розробки </vt:lpstr>
      <vt:lpstr>Архітектура створеного програмного забезпечення</vt:lpstr>
      <vt:lpstr>Опис програмного забезпечення, що було використано у дослідженні</vt:lpstr>
      <vt:lpstr>Приклад реалізації: backend</vt:lpstr>
      <vt:lpstr>Приклад реалізації: frontend</vt:lpstr>
      <vt:lpstr>Приклад реалізації: mobile</vt:lpstr>
      <vt:lpstr>Інтерфейс користувача: клієнт</vt:lpstr>
      <vt:lpstr>Інтерфейс користувача: адміністратор</vt:lpstr>
      <vt:lpstr>Інтерфейс користувача: кур’єр</vt:lpstr>
      <vt:lpstr>Підсумки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Анна Бут</dc:creator>
  <cp:lastModifiedBy>Анна Бут</cp:lastModifiedBy>
  <cp:revision>1</cp:revision>
  <dcterms:created xsi:type="dcterms:W3CDTF">2026-06-20T10:29:25Z</dcterms:created>
  <dcterms:modified xsi:type="dcterms:W3CDTF">2026-06-22T19:44:14Z</dcterms:modified>
</cp:coreProperties>
</file>